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9"/>
  </p:notesMasterIdLst>
  <p:sldIdLst>
    <p:sldId id="256" r:id="rId2"/>
    <p:sldId id="270" r:id="rId3"/>
    <p:sldId id="257" r:id="rId4"/>
    <p:sldId id="258" r:id="rId5"/>
    <p:sldId id="267" r:id="rId6"/>
    <p:sldId id="268" r:id="rId7"/>
    <p:sldId id="274" r:id="rId8"/>
    <p:sldId id="271" r:id="rId9"/>
    <p:sldId id="272" r:id="rId10"/>
    <p:sldId id="260" r:id="rId11"/>
    <p:sldId id="269" r:id="rId12"/>
    <p:sldId id="266" r:id="rId13"/>
    <p:sldId id="265" r:id="rId14"/>
    <p:sldId id="261" r:id="rId15"/>
    <p:sldId id="262" r:id="rId16"/>
    <p:sldId id="263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1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7BCF33-0C0C-49A7-B734-208F249FCF55}" v="193" dt="2025-01-16T14:52:22.541"/>
    <p1510:client id="{6DBD6364-D6B4-E8A4-8483-6ED237051838}" v="25" dt="2025-01-16T20:17:33.145"/>
    <p1510:client id="{7386C4BB-6DFD-228A-7F81-F50D49E12FA1}" v="338" dt="2025-01-16T13:30:44.223"/>
    <p1510:client id="{EE93A3E2-0F31-1A45-CF02-5AF92451A4E9}" v="20" dt="2025-01-16T22:14:19.6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0" y="-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nandnataraj Satheesh Manimala" userId="S::au779825@uni.au.dk::e077dfde-9b0f-4f89-8e10-76ef5642e6c6" providerId="AD" clId="Web-{7E417598-FCAB-57BB-FD9D-467D2F63BEB2}"/>
    <pc:docChg chg="modSld">
      <pc:chgData name="Aanandnataraj Satheesh Manimala" userId="S::au779825@uni.au.dk::e077dfde-9b0f-4f89-8e10-76ef5642e6c6" providerId="AD" clId="Web-{7E417598-FCAB-57BB-FD9D-467D2F63BEB2}" dt="2025-01-10T12:09:11.598" v="17" actId="1076"/>
      <pc:docMkLst>
        <pc:docMk/>
      </pc:docMkLst>
      <pc:sldChg chg="addSp modSp">
        <pc:chgData name="Aanandnataraj Satheesh Manimala" userId="S::au779825@uni.au.dk::e077dfde-9b0f-4f89-8e10-76ef5642e6c6" providerId="AD" clId="Web-{7E417598-FCAB-57BB-FD9D-467D2F63BEB2}" dt="2025-01-10T12:09:11.598" v="17" actId="1076"/>
        <pc:sldMkLst>
          <pc:docMk/>
          <pc:sldMk cId="2355938746" sldId="265"/>
        </pc:sldMkLst>
        <pc:spChg chg="mod">
          <ac:chgData name="Aanandnataraj Satheesh Manimala" userId="S::au779825@uni.au.dk::e077dfde-9b0f-4f89-8e10-76ef5642e6c6" providerId="AD" clId="Web-{7E417598-FCAB-57BB-FD9D-467D2F63BEB2}" dt="2025-01-10T12:09:03.239" v="16" actId="1076"/>
          <ac:spMkLst>
            <pc:docMk/>
            <pc:sldMk cId="2355938746" sldId="265"/>
            <ac:spMk id="2" creationId="{C9A7D1AF-E10C-6216-EB22-496BB24F8E7B}"/>
          </ac:spMkLst>
        </pc:spChg>
        <pc:spChg chg="add mod">
          <ac:chgData name="Aanandnataraj Satheesh Manimala" userId="S::au779825@uni.au.dk::e077dfde-9b0f-4f89-8e10-76ef5642e6c6" providerId="AD" clId="Web-{7E417598-FCAB-57BB-FD9D-467D2F63BEB2}" dt="2025-01-10T12:09:11.598" v="17" actId="1076"/>
          <ac:spMkLst>
            <pc:docMk/>
            <pc:sldMk cId="2355938746" sldId="265"/>
            <ac:spMk id="6" creationId="{BCED3E1A-E305-BD80-8521-A0654219FBD1}"/>
          </ac:spMkLst>
        </pc:spChg>
      </pc:sldChg>
    </pc:docChg>
  </pc:docChgLst>
  <pc:docChgLst>
    <pc:chgData name="Malcolm Ian D Souza" userId="S::au779824@uni.au.dk::90310bc0-adfa-441d-b53a-33c893658680" providerId="AD" clId="Web-{268C336A-A22F-A37D-1350-42007E8BAF27}"/>
    <pc:docChg chg="modSld">
      <pc:chgData name="Malcolm Ian D Souza" userId="S::au779824@uni.au.dk::90310bc0-adfa-441d-b53a-33c893658680" providerId="AD" clId="Web-{268C336A-A22F-A37D-1350-42007E8BAF27}" dt="2024-12-27T13:43:10.547" v="75"/>
      <pc:docMkLst>
        <pc:docMk/>
      </pc:docMkLst>
      <pc:sldChg chg="addSp delSp modSp">
        <pc:chgData name="Malcolm Ian D Souza" userId="S::au779824@uni.au.dk::90310bc0-adfa-441d-b53a-33c893658680" providerId="AD" clId="Web-{268C336A-A22F-A37D-1350-42007E8BAF27}" dt="2024-12-27T13:43:10.547" v="75"/>
        <pc:sldMkLst>
          <pc:docMk/>
          <pc:sldMk cId="1362304275" sldId="260"/>
        </pc:sldMkLst>
        <pc:spChg chg="add mod">
          <ac:chgData name="Malcolm Ian D Souza" userId="S::au779824@uni.au.dk::90310bc0-adfa-441d-b53a-33c893658680" providerId="AD" clId="Web-{268C336A-A22F-A37D-1350-42007E8BAF27}" dt="2024-12-27T13:42:22.967" v="58" actId="14100"/>
          <ac:spMkLst>
            <pc:docMk/>
            <pc:sldMk cId="1362304275" sldId="260"/>
            <ac:spMk id="8" creationId="{A6920F15-FFFF-4E59-8CF0-B07D6A12F483}"/>
          </ac:spMkLst>
        </pc:spChg>
        <pc:spChg chg="add mod">
          <ac:chgData name="Malcolm Ian D Souza" userId="S::au779824@uni.au.dk::90310bc0-adfa-441d-b53a-33c893658680" providerId="AD" clId="Web-{268C336A-A22F-A37D-1350-42007E8BAF27}" dt="2024-12-27T13:42:44.077" v="71" actId="20577"/>
          <ac:spMkLst>
            <pc:docMk/>
            <pc:sldMk cId="1362304275" sldId="260"/>
            <ac:spMk id="12" creationId="{62EA09AE-9935-B6A9-4FF0-822E047BC9F7}"/>
          </ac:spMkLst>
        </pc:spChg>
        <pc:picChg chg="add mod ord">
          <ac:chgData name="Malcolm Ian D Souza" userId="S::au779824@uni.au.dk::90310bc0-adfa-441d-b53a-33c893658680" providerId="AD" clId="Web-{268C336A-A22F-A37D-1350-42007E8BAF27}" dt="2024-12-27T13:43:08.328" v="74"/>
          <ac:picMkLst>
            <pc:docMk/>
            <pc:sldMk cId="1362304275" sldId="260"/>
            <ac:picMk id="7" creationId="{8B4422A5-4011-7980-314D-4588E73E94E9}"/>
          </ac:picMkLst>
        </pc:picChg>
        <pc:picChg chg="add mod">
          <ac:chgData name="Malcolm Ian D Souza" userId="S::au779824@uni.au.dk::90310bc0-adfa-441d-b53a-33c893658680" providerId="AD" clId="Web-{268C336A-A22F-A37D-1350-42007E8BAF27}" dt="2024-12-27T13:43:10.547" v="75"/>
          <ac:picMkLst>
            <pc:docMk/>
            <pc:sldMk cId="1362304275" sldId="260"/>
            <ac:picMk id="9" creationId="{681566E9-2977-F5CB-AB49-AD26FDABF1C7}"/>
          </ac:picMkLst>
        </pc:picChg>
        <pc:picChg chg="add mod">
          <ac:chgData name="Malcolm Ian D Souza" userId="S::au779824@uni.au.dk::90310bc0-adfa-441d-b53a-33c893658680" providerId="AD" clId="Web-{268C336A-A22F-A37D-1350-42007E8BAF27}" dt="2024-12-27T13:43:01.984" v="72"/>
          <ac:picMkLst>
            <pc:docMk/>
            <pc:sldMk cId="1362304275" sldId="260"/>
            <ac:picMk id="10" creationId="{727D8CE9-EF29-C924-EA63-BD88B79FB56E}"/>
          </ac:picMkLst>
        </pc:picChg>
        <pc:picChg chg="add mod">
          <ac:chgData name="Malcolm Ian D Souza" userId="S::au779824@uni.au.dk::90310bc0-adfa-441d-b53a-33c893658680" providerId="AD" clId="Web-{268C336A-A22F-A37D-1350-42007E8BAF27}" dt="2024-12-27T13:43:04.984" v="73"/>
          <ac:picMkLst>
            <pc:docMk/>
            <pc:sldMk cId="1362304275" sldId="260"/>
            <ac:picMk id="11" creationId="{FDF92A3D-1621-AC92-F8D5-54A327372953}"/>
          </ac:picMkLst>
        </pc:picChg>
      </pc:sldChg>
    </pc:docChg>
  </pc:docChgLst>
  <pc:docChgLst>
    <pc:chgData name="Vilma Elise Delden" userId="S::au763879@uni.au.dk::c197ba7b-480f-450b-9c8b-c1ee664b42b9" providerId="AD" clId="Web-{6DBD6364-D6B4-E8A4-8483-6ED237051838}"/>
    <pc:docChg chg="modSld">
      <pc:chgData name="Vilma Elise Delden" userId="S::au763879@uni.au.dk::c197ba7b-480f-450b-9c8b-c1ee664b42b9" providerId="AD" clId="Web-{6DBD6364-D6B4-E8A4-8483-6ED237051838}" dt="2025-01-16T20:17:32.379" v="22" actId="20577"/>
      <pc:docMkLst>
        <pc:docMk/>
      </pc:docMkLst>
      <pc:sldChg chg="modSp">
        <pc:chgData name="Vilma Elise Delden" userId="S::au763879@uni.au.dk::c197ba7b-480f-450b-9c8b-c1ee664b42b9" providerId="AD" clId="Web-{6DBD6364-D6B4-E8A4-8483-6ED237051838}" dt="2025-01-16T20:17:32.379" v="22" actId="20577"/>
        <pc:sldMkLst>
          <pc:docMk/>
          <pc:sldMk cId="2496161318" sldId="257"/>
        </pc:sldMkLst>
        <pc:spChg chg="mod">
          <ac:chgData name="Vilma Elise Delden" userId="S::au763879@uni.au.dk::c197ba7b-480f-450b-9c8b-c1ee664b42b9" providerId="AD" clId="Web-{6DBD6364-D6B4-E8A4-8483-6ED237051838}" dt="2025-01-16T20:17:32.379" v="22" actId="20577"/>
          <ac:spMkLst>
            <pc:docMk/>
            <pc:sldMk cId="2496161318" sldId="257"/>
            <ac:spMk id="2" creationId="{AB19BA5E-F9B3-3059-0FC9-B48F9089A880}"/>
          </ac:spMkLst>
        </pc:spChg>
      </pc:sldChg>
    </pc:docChg>
  </pc:docChgLst>
  <pc:docChgLst>
    <pc:chgData name="Vilma Elise Delden" userId="S::au763879@uni.au.dk::c197ba7b-480f-450b-9c8b-c1ee664b42b9" providerId="AD" clId="Web-{B66E7054-5A01-A113-837A-8314E956A5BE}"/>
    <pc:docChg chg="modSld">
      <pc:chgData name="Vilma Elise Delden" userId="S::au763879@uni.au.dk::c197ba7b-480f-450b-9c8b-c1ee664b42b9" providerId="AD" clId="Web-{B66E7054-5A01-A113-837A-8314E956A5BE}" dt="2024-12-27T08:39:00.695" v="317" actId="1076"/>
      <pc:docMkLst>
        <pc:docMk/>
      </pc:docMkLst>
      <pc:sldChg chg="addSp delSp modSp">
        <pc:chgData name="Vilma Elise Delden" userId="S::au763879@uni.au.dk::c197ba7b-480f-450b-9c8b-c1ee664b42b9" providerId="AD" clId="Web-{B66E7054-5A01-A113-837A-8314E956A5BE}" dt="2024-12-27T08:33:58.483" v="265"/>
        <pc:sldMkLst>
          <pc:docMk/>
          <pc:sldMk cId="2496161318" sldId="257"/>
        </pc:sldMkLst>
        <pc:graphicFrameChg chg="add mod modGraphic">
          <ac:chgData name="Vilma Elise Delden" userId="S::au763879@uni.au.dk::c197ba7b-480f-450b-9c8b-c1ee664b42b9" providerId="AD" clId="Web-{B66E7054-5A01-A113-837A-8314E956A5BE}" dt="2024-12-27T08:29:28.413" v="261" actId="1076"/>
          <ac:graphicFrameMkLst>
            <pc:docMk/>
            <pc:sldMk cId="2496161318" sldId="257"/>
            <ac:graphicFrameMk id="12" creationId="{FB185B39-4885-CDF5-E25F-2710C4CF52FA}"/>
          </ac:graphicFrameMkLst>
        </pc:graphicFrameChg>
        <pc:picChg chg="add mod">
          <ac:chgData name="Vilma Elise Delden" userId="S::au763879@uni.au.dk::c197ba7b-480f-450b-9c8b-c1ee664b42b9" providerId="AD" clId="Web-{B66E7054-5A01-A113-837A-8314E956A5BE}" dt="2024-12-27T08:29:32.851" v="263" actId="1076"/>
          <ac:picMkLst>
            <pc:docMk/>
            <pc:sldMk cId="2496161318" sldId="257"/>
            <ac:picMk id="7" creationId="{60EEA436-6A14-11AC-636D-F740E6265AB3}"/>
          </ac:picMkLst>
        </pc:picChg>
        <pc:picChg chg="add mod modCrop">
          <ac:chgData name="Vilma Elise Delden" userId="S::au763879@uni.au.dk::c197ba7b-480f-450b-9c8b-c1ee664b42b9" providerId="AD" clId="Web-{B66E7054-5A01-A113-837A-8314E956A5BE}" dt="2024-12-27T08:29:32.851" v="262" actId="1076"/>
          <ac:picMkLst>
            <pc:docMk/>
            <pc:sldMk cId="2496161318" sldId="257"/>
            <ac:picMk id="8" creationId="{C75F78E7-5146-992C-DFDF-1AA7B7F316F3}"/>
          </ac:picMkLst>
        </pc:picChg>
        <pc:picChg chg="add mod">
          <ac:chgData name="Vilma Elise Delden" userId="S::au763879@uni.au.dk::c197ba7b-480f-450b-9c8b-c1ee664b42b9" providerId="AD" clId="Web-{B66E7054-5A01-A113-837A-8314E956A5BE}" dt="2024-12-27T08:28:24.474" v="252" actId="1076"/>
          <ac:picMkLst>
            <pc:docMk/>
            <pc:sldMk cId="2496161318" sldId="257"/>
            <ac:picMk id="9" creationId="{5CA85D6E-F084-1B5F-0B4D-8CC27E51DDF1}"/>
          </ac:picMkLst>
        </pc:picChg>
        <pc:picChg chg="add mod modCrop">
          <ac:chgData name="Vilma Elise Delden" userId="S::au763879@uni.au.dk::c197ba7b-480f-450b-9c8b-c1ee664b42b9" providerId="AD" clId="Web-{B66E7054-5A01-A113-837A-8314E956A5BE}" dt="2024-12-27T08:33:58.483" v="265"/>
          <ac:picMkLst>
            <pc:docMk/>
            <pc:sldMk cId="2496161318" sldId="257"/>
            <ac:picMk id="10" creationId="{843BE15A-976C-6AE6-C2E4-8BE880BAA618}"/>
          </ac:picMkLst>
        </pc:picChg>
        <pc:picChg chg="add mod">
          <ac:chgData name="Vilma Elise Delden" userId="S::au763879@uni.au.dk::c197ba7b-480f-450b-9c8b-c1ee664b42b9" providerId="AD" clId="Web-{B66E7054-5A01-A113-837A-8314E956A5BE}" dt="2024-12-27T08:29:28.398" v="260" actId="1076"/>
          <ac:picMkLst>
            <pc:docMk/>
            <pc:sldMk cId="2496161318" sldId="257"/>
            <ac:picMk id="11" creationId="{8D11C0E1-C9E3-3406-D99B-9F2FB46BB523}"/>
          </ac:picMkLst>
        </pc:picChg>
        <pc:picChg chg="add mod">
          <ac:chgData name="Vilma Elise Delden" userId="S::au763879@uni.au.dk::c197ba7b-480f-450b-9c8b-c1ee664b42b9" providerId="AD" clId="Web-{B66E7054-5A01-A113-837A-8314E956A5BE}" dt="2024-12-27T08:28:31.740" v="254" actId="1076"/>
          <ac:picMkLst>
            <pc:docMk/>
            <pc:sldMk cId="2496161318" sldId="257"/>
            <ac:picMk id="13" creationId="{D103CF0C-7114-1073-C925-E279206CD0C4}"/>
          </ac:picMkLst>
        </pc:picChg>
      </pc:sldChg>
      <pc:sldChg chg="modSp">
        <pc:chgData name="Vilma Elise Delden" userId="S::au763879@uni.au.dk::c197ba7b-480f-450b-9c8b-c1ee664b42b9" providerId="AD" clId="Web-{B66E7054-5A01-A113-837A-8314E956A5BE}" dt="2024-12-27T07:55:47.734" v="1" actId="14100"/>
        <pc:sldMkLst>
          <pc:docMk/>
          <pc:sldMk cId="902667027" sldId="258"/>
        </pc:sldMkLst>
        <pc:spChg chg="mod">
          <ac:chgData name="Vilma Elise Delden" userId="S::au763879@uni.au.dk::c197ba7b-480f-450b-9c8b-c1ee664b42b9" providerId="AD" clId="Web-{B66E7054-5A01-A113-837A-8314E956A5BE}" dt="2024-12-27T07:55:47.734" v="1" actId="14100"/>
          <ac:spMkLst>
            <pc:docMk/>
            <pc:sldMk cId="902667027" sldId="258"/>
            <ac:spMk id="23" creationId="{4D161021-FF96-6B56-3763-E9BB4EB815C6}"/>
          </ac:spMkLst>
        </pc:spChg>
      </pc:sldChg>
      <pc:sldChg chg="addSp modSp">
        <pc:chgData name="Vilma Elise Delden" userId="S::au763879@uni.au.dk::c197ba7b-480f-450b-9c8b-c1ee664b42b9" providerId="AD" clId="Web-{B66E7054-5A01-A113-837A-8314E956A5BE}" dt="2024-12-27T08:39:00.695" v="317" actId="1076"/>
        <pc:sldMkLst>
          <pc:docMk/>
          <pc:sldMk cId="2497574523" sldId="264"/>
        </pc:sldMkLst>
        <pc:spChg chg="mod">
          <ac:chgData name="Vilma Elise Delden" userId="S::au763879@uni.au.dk::c197ba7b-480f-450b-9c8b-c1ee664b42b9" providerId="AD" clId="Web-{B66E7054-5A01-A113-837A-8314E956A5BE}" dt="2024-12-27T08:39:00.695" v="317" actId="1076"/>
          <ac:spMkLst>
            <pc:docMk/>
            <pc:sldMk cId="2497574523" sldId="264"/>
            <ac:spMk id="3" creationId="{508794E2-C00D-8E8A-D03D-F62BF882517C}"/>
          </ac:spMkLst>
        </pc:spChg>
        <pc:picChg chg="add mod">
          <ac:chgData name="Vilma Elise Delden" userId="S::au763879@uni.au.dk::c197ba7b-480f-450b-9c8b-c1ee664b42b9" providerId="AD" clId="Web-{B66E7054-5A01-A113-837A-8314E956A5BE}" dt="2024-12-27T08:38:52.741" v="316" actId="1076"/>
          <ac:picMkLst>
            <pc:docMk/>
            <pc:sldMk cId="2497574523" sldId="264"/>
            <ac:picMk id="7" creationId="{DC6F9D81-97C5-16A5-AEE6-B8881F16D82C}"/>
          </ac:picMkLst>
        </pc:picChg>
      </pc:sldChg>
    </pc:docChg>
  </pc:docChgLst>
  <pc:docChgLst>
    <pc:chgData name="Aanandnataraj Satheesh Manimala" userId="S::au779825@uni.au.dk::e077dfde-9b0f-4f89-8e10-76ef5642e6c6" providerId="AD" clId="Web-{F54BA3B6-5743-0E4F-6F65-75B24790555F}"/>
    <pc:docChg chg="addSld delSld modSld">
      <pc:chgData name="Aanandnataraj Satheesh Manimala" userId="S::au779825@uni.au.dk::e077dfde-9b0f-4f89-8e10-76ef5642e6c6" providerId="AD" clId="Web-{F54BA3B6-5743-0E4F-6F65-75B24790555F}" dt="2024-12-30T13:44:55.243" v="305" actId="20577"/>
      <pc:docMkLst>
        <pc:docMk/>
      </pc:docMkLst>
      <pc:sldChg chg="addSp delSp modSp mod modClrScheme chgLayout">
        <pc:chgData name="Aanandnataraj Satheesh Manimala" userId="S::au779825@uni.au.dk::e077dfde-9b0f-4f89-8e10-76ef5642e6c6" providerId="AD" clId="Web-{F54BA3B6-5743-0E4F-6F65-75B24790555F}" dt="2024-12-30T13:44:55.243" v="305" actId="20577"/>
        <pc:sldMkLst>
          <pc:docMk/>
          <pc:sldMk cId="2705678363" sldId="262"/>
        </pc:sldMkLst>
        <pc:spChg chg="mod">
          <ac:chgData name="Aanandnataraj Satheesh Manimala" userId="S::au779825@uni.au.dk::e077dfde-9b0f-4f89-8e10-76ef5642e6c6" providerId="AD" clId="Web-{F54BA3B6-5743-0E4F-6F65-75B24790555F}" dt="2024-12-30T13:32:57.493" v="254"/>
          <ac:spMkLst>
            <pc:docMk/>
            <pc:sldMk cId="2705678363" sldId="262"/>
            <ac:spMk id="2" creationId="{8733ED32-E57B-DB46-D89D-E3C4DD1BFCB1}"/>
          </ac:spMkLst>
        </pc:spChg>
        <pc:spChg chg="mod">
          <ac:chgData name="Aanandnataraj Satheesh Manimala" userId="S::au779825@uni.au.dk::e077dfde-9b0f-4f89-8e10-76ef5642e6c6" providerId="AD" clId="Web-{F54BA3B6-5743-0E4F-6F65-75B24790555F}" dt="2024-12-30T13:44:55.243" v="305" actId="20577"/>
          <ac:spMkLst>
            <pc:docMk/>
            <pc:sldMk cId="2705678363" sldId="262"/>
            <ac:spMk id="3" creationId="{F051EB6F-FBD1-04A0-9F17-399115456AEB}"/>
          </ac:spMkLst>
        </pc:spChg>
        <pc:spChg chg="mod">
          <ac:chgData name="Aanandnataraj Satheesh Manimala" userId="S::au779825@uni.au.dk::e077dfde-9b0f-4f89-8e10-76ef5642e6c6" providerId="AD" clId="Web-{F54BA3B6-5743-0E4F-6F65-75B24790555F}" dt="2024-12-30T13:32:57.493" v="254"/>
          <ac:spMkLst>
            <pc:docMk/>
            <pc:sldMk cId="2705678363" sldId="262"/>
            <ac:spMk id="6" creationId="{6645C990-0490-9A29-A84D-3D8CFC0CA00F}"/>
          </ac:spMkLst>
        </pc:spChg>
        <pc:picChg chg="add mod ord">
          <ac:chgData name="Aanandnataraj Satheesh Manimala" userId="S::au779825@uni.au.dk::e077dfde-9b0f-4f89-8e10-76ef5642e6c6" providerId="AD" clId="Web-{F54BA3B6-5743-0E4F-6F65-75B24790555F}" dt="2024-12-30T13:33:16.650" v="257" actId="1076"/>
          <ac:picMkLst>
            <pc:docMk/>
            <pc:sldMk cId="2705678363" sldId="262"/>
            <ac:picMk id="7" creationId="{1CDA6C36-644E-F229-86BE-CE79AA2D70F1}"/>
          </ac:picMkLst>
        </pc:picChg>
      </pc:sldChg>
      <pc:sldChg chg="addSp modSp">
        <pc:chgData name="Aanandnataraj Satheesh Manimala" userId="S::au779825@uni.au.dk::e077dfde-9b0f-4f89-8e10-76ef5642e6c6" providerId="AD" clId="Web-{F54BA3B6-5743-0E4F-6F65-75B24790555F}" dt="2024-12-30T13:26:40.459" v="136" actId="20577"/>
        <pc:sldMkLst>
          <pc:docMk/>
          <pc:sldMk cId="1904076865" sldId="266"/>
        </pc:sldMkLst>
        <pc:spChg chg="mod">
          <ac:chgData name="Aanandnataraj Satheesh Manimala" userId="S::au779825@uni.au.dk::e077dfde-9b0f-4f89-8e10-76ef5642e6c6" providerId="AD" clId="Web-{F54BA3B6-5743-0E4F-6F65-75B24790555F}" dt="2024-12-30T13:26:40.459" v="136" actId="20577"/>
          <ac:spMkLst>
            <pc:docMk/>
            <pc:sldMk cId="1904076865" sldId="266"/>
            <ac:spMk id="3" creationId="{F4311C63-A24E-A508-0D5F-9AA8104B99EB}"/>
          </ac:spMkLst>
        </pc:spChg>
        <pc:picChg chg="add mod">
          <ac:chgData name="Aanandnataraj Satheesh Manimala" userId="S::au779825@uni.au.dk::e077dfde-9b0f-4f89-8e10-76ef5642e6c6" providerId="AD" clId="Web-{F54BA3B6-5743-0E4F-6F65-75B24790555F}" dt="2024-12-30T12:50:58.214" v="53" actId="1076"/>
          <ac:picMkLst>
            <pc:docMk/>
            <pc:sldMk cId="1904076865" sldId="266"/>
            <ac:picMk id="7" creationId="{E3373DE3-9743-C379-F640-C3F3029DF74F}"/>
          </ac:picMkLst>
        </pc:picChg>
      </pc:sldChg>
      <pc:sldChg chg="modSp new">
        <pc:chgData name="Aanandnataraj Satheesh Manimala" userId="S::au779825@uni.au.dk::e077dfde-9b0f-4f89-8e10-76ef5642e6c6" providerId="AD" clId="Web-{F54BA3B6-5743-0E4F-6F65-75B24790555F}" dt="2024-12-30T13:20:31.145" v="116" actId="20577"/>
        <pc:sldMkLst>
          <pc:docMk/>
          <pc:sldMk cId="1454281519" sldId="269"/>
        </pc:sldMkLst>
        <pc:spChg chg="mod">
          <ac:chgData name="Aanandnataraj Satheesh Manimala" userId="S::au779825@uni.au.dk::e077dfde-9b0f-4f89-8e10-76ef5642e6c6" providerId="AD" clId="Web-{F54BA3B6-5743-0E4F-6F65-75B24790555F}" dt="2024-12-30T13:20:31.145" v="116" actId="20577"/>
          <ac:spMkLst>
            <pc:docMk/>
            <pc:sldMk cId="1454281519" sldId="269"/>
            <ac:spMk id="2" creationId="{F48EDC95-C3FE-C53C-29B9-B63B37AB4B7A}"/>
          </ac:spMkLst>
        </pc:spChg>
      </pc:sldChg>
      <pc:sldChg chg="new del">
        <pc:chgData name="Aanandnataraj Satheesh Manimala" userId="S::au779825@uni.au.dk::e077dfde-9b0f-4f89-8e10-76ef5642e6c6" providerId="AD" clId="Web-{F54BA3B6-5743-0E4F-6F65-75B24790555F}" dt="2024-12-30T13:20:13.082" v="96"/>
        <pc:sldMkLst>
          <pc:docMk/>
          <pc:sldMk cId="3481726277" sldId="269"/>
        </pc:sldMkLst>
      </pc:sldChg>
    </pc:docChg>
  </pc:docChgLst>
  <pc:docChgLst>
    <pc:chgData name="Alessandro Gorla" userId="c3b46b8a-31ea-41f5-94d7-36490addadd7" providerId="ADAL" clId="{017BCF33-0C0C-49A7-B734-208F249FCF55}"/>
    <pc:docChg chg="undo custSel addSld modSld sldOrd">
      <pc:chgData name="Alessandro Gorla" userId="c3b46b8a-31ea-41f5-94d7-36490addadd7" providerId="ADAL" clId="{017BCF33-0C0C-49A7-B734-208F249FCF55}" dt="2025-01-16T14:52:22.541" v="386" actId="20577"/>
      <pc:docMkLst>
        <pc:docMk/>
      </pc:docMkLst>
      <pc:sldChg chg="addSp modSp mod modClrScheme chgLayout">
        <pc:chgData name="Alessandro Gorla" userId="c3b46b8a-31ea-41f5-94d7-36490addadd7" providerId="ADAL" clId="{017BCF33-0C0C-49A7-B734-208F249FCF55}" dt="2024-12-25T09:14:29.428" v="0" actId="26606"/>
        <pc:sldMkLst>
          <pc:docMk/>
          <pc:sldMk cId="109857222" sldId="256"/>
        </pc:sldMkLst>
        <pc:spChg chg="mod">
          <ac:chgData name="Alessandro Gorla" userId="c3b46b8a-31ea-41f5-94d7-36490addadd7" providerId="ADAL" clId="{017BCF33-0C0C-49A7-B734-208F249FCF55}" dt="2024-12-25T09:14:29.428" v="0" actId="2660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lessandro Gorla" userId="c3b46b8a-31ea-41f5-94d7-36490addadd7" providerId="ADAL" clId="{017BCF33-0C0C-49A7-B734-208F249FCF55}" dt="2024-12-25T09:14:29.428" v="0" actId="26606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Alessandro Gorla" userId="c3b46b8a-31ea-41f5-94d7-36490addadd7" providerId="ADAL" clId="{017BCF33-0C0C-49A7-B734-208F249FCF55}" dt="2024-12-25T09:14:29.428" v="0" actId="26606"/>
          <ac:spMkLst>
            <pc:docMk/>
            <pc:sldMk cId="109857222" sldId="256"/>
            <ac:spMk id="12" creationId="{78122D73-7256-84C2-A82A-AA4B1E695B1D}"/>
          </ac:spMkLst>
        </pc:spChg>
      </pc:sldChg>
      <pc:sldChg chg="modSp">
        <pc:chgData name="Alessandro Gorla" userId="c3b46b8a-31ea-41f5-94d7-36490addadd7" providerId="ADAL" clId="{017BCF33-0C0C-49A7-B734-208F249FCF55}" dt="2025-01-16T14:52:22.541" v="386" actId="20577"/>
        <pc:sldMkLst>
          <pc:docMk/>
          <pc:sldMk cId="902667027" sldId="258"/>
        </pc:sldMkLst>
        <pc:spChg chg="mod">
          <ac:chgData name="Alessandro Gorla" userId="c3b46b8a-31ea-41f5-94d7-36490addadd7" providerId="ADAL" clId="{017BCF33-0C0C-49A7-B734-208F249FCF55}" dt="2025-01-16T14:52:22.541" v="386" actId="20577"/>
          <ac:spMkLst>
            <pc:docMk/>
            <pc:sldMk cId="902667027" sldId="258"/>
            <ac:spMk id="23" creationId="{4D161021-FF96-6B56-3763-E9BB4EB815C6}"/>
          </ac:spMkLst>
        </pc:spChg>
      </pc:sldChg>
      <pc:sldChg chg="modSp">
        <pc:chgData name="Alessandro Gorla" userId="c3b46b8a-31ea-41f5-94d7-36490addadd7" providerId="ADAL" clId="{017BCF33-0C0C-49A7-B734-208F249FCF55}" dt="2025-01-16T12:36:51.119" v="89" actId="20577"/>
        <pc:sldMkLst>
          <pc:docMk/>
          <pc:sldMk cId="121141128" sldId="268"/>
        </pc:sldMkLst>
        <pc:spChg chg="mod">
          <ac:chgData name="Alessandro Gorla" userId="c3b46b8a-31ea-41f5-94d7-36490addadd7" providerId="ADAL" clId="{017BCF33-0C0C-49A7-B734-208F249FCF55}" dt="2025-01-16T12:36:51.119" v="89" actId="20577"/>
          <ac:spMkLst>
            <pc:docMk/>
            <pc:sldMk cId="121141128" sldId="268"/>
            <ac:spMk id="3" creationId="{98662F75-B296-C447-2900-08AB2632BE92}"/>
          </ac:spMkLst>
        </pc:spChg>
      </pc:sldChg>
      <pc:sldChg chg="ord">
        <pc:chgData name="Alessandro Gorla" userId="c3b46b8a-31ea-41f5-94d7-36490addadd7" providerId="ADAL" clId="{017BCF33-0C0C-49A7-B734-208F249FCF55}" dt="2025-01-15T15:07:05.075" v="2"/>
        <pc:sldMkLst>
          <pc:docMk/>
          <pc:sldMk cId="1454281519" sldId="269"/>
        </pc:sldMkLst>
      </pc:sldChg>
      <pc:sldChg chg="addSp modSp new mod">
        <pc:chgData name="Alessandro Gorla" userId="c3b46b8a-31ea-41f5-94d7-36490addadd7" providerId="ADAL" clId="{017BCF33-0C0C-49A7-B734-208F249FCF55}" dt="2025-01-16T12:39:35.855" v="110" actId="1076"/>
        <pc:sldMkLst>
          <pc:docMk/>
          <pc:sldMk cId="2618546141" sldId="271"/>
        </pc:sldMkLst>
        <pc:spChg chg="mod">
          <ac:chgData name="Alessandro Gorla" userId="c3b46b8a-31ea-41f5-94d7-36490addadd7" providerId="ADAL" clId="{017BCF33-0C0C-49A7-B734-208F249FCF55}" dt="2025-01-16T12:29:10.006" v="18" actId="20577"/>
          <ac:spMkLst>
            <pc:docMk/>
            <pc:sldMk cId="2618546141" sldId="271"/>
            <ac:spMk id="2" creationId="{2BD5AB6E-65C2-115E-E0BE-2792CCA8E7BE}"/>
          </ac:spMkLst>
        </pc:spChg>
        <pc:spChg chg="mod">
          <ac:chgData name="Alessandro Gorla" userId="c3b46b8a-31ea-41f5-94d7-36490addadd7" providerId="ADAL" clId="{017BCF33-0C0C-49A7-B734-208F249FCF55}" dt="2025-01-16T12:39:35.855" v="110" actId="1076"/>
          <ac:spMkLst>
            <pc:docMk/>
            <pc:sldMk cId="2618546141" sldId="271"/>
            <ac:spMk id="3" creationId="{CCFC8976-13D8-3E3E-9631-088A2BB7E33D}"/>
          </ac:spMkLst>
        </pc:spChg>
        <pc:picChg chg="add mod">
          <ac:chgData name="Alessandro Gorla" userId="c3b46b8a-31ea-41f5-94d7-36490addadd7" providerId="ADAL" clId="{017BCF33-0C0C-49A7-B734-208F249FCF55}" dt="2025-01-16T12:38:41.900" v="100" actId="1076"/>
          <ac:picMkLst>
            <pc:docMk/>
            <pc:sldMk cId="2618546141" sldId="271"/>
            <ac:picMk id="8" creationId="{CEB42211-E934-FF7C-8DD2-BCF35B26DD09}"/>
          </ac:picMkLst>
        </pc:picChg>
        <pc:picChg chg="add mod">
          <ac:chgData name="Alessandro Gorla" userId="c3b46b8a-31ea-41f5-94d7-36490addadd7" providerId="ADAL" clId="{017BCF33-0C0C-49A7-B734-208F249FCF55}" dt="2025-01-16T12:38:54.797" v="103" actId="14100"/>
          <ac:picMkLst>
            <pc:docMk/>
            <pc:sldMk cId="2618546141" sldId="271"/>
            <ac:picMk id="10" creationId="{66857227-53AD-63BF-0A2C-561F5E05E625}"/>
          </ac:picMkLst>
        </pc:picChg>
        <pc:picChg chg="add mod">
          <ac:chgData name="Alessandro Gorla" userId="c3b46b8a-31ea-41f5-94d7-36490addadd7" providerId="ADAL" clId="{017BCF33-0C0C-49A7-B734-208F249FCF55}" dt="2025-01-16T12:39:32.425" v="109" actId="14100"/>
          <ac:picMkLst>
            <pc:docMk/>
            <pc:sldMk cId="2618546141" sldId="271"/>
            <ac:picMk id="12" creationId="{F83E5F12-03B5-B480-618F-DAD1E9A36F2C}"/>
          </ac:picMkLst>
        </pc:picChg>
      </pc:sldChg>
      <pc:sldChg chg="addSp delSp modSp new mod">
        <pc:chgData name="Alessandro Gorla" userId="c3b46b8a-31ea-41f5-94d7-36490addadd7" providerId="ADAL" clId="{017BCF33-0C0C-49A7-B734-208F249FCF55}" dt="2025-01-16T13:13:20.972" v="381" actId="14100"/>
        <pc:sldMkLst>
          <pc:docMk/>
          <pc:sldMk cId="1514868864" sldId="272"/>
        </pc:sldMkLst>
        <pc:spChg chg="mod">
          <ac:chgData name="Alessandro Gorla" userId="c3b46b8a-31ea-41f5-94d7-36490addadd7" providerId="ADAL" clId="{017BCF33-0C0C-49A7-B734-208F249FCF55}" dt="2025-01-16T12:45:53.950" v="121" actId="20577"/>
          <ac:spMkLst>
            <pc:docMk/>
            <pc:sldMk cId="1514868864" sldId="272"/>
            <ac:spMk id="2" creationId="{FAE1B0E4-86AB-F556-52FB-546651AC4710}"/>
          </ac:spMkLst>
        </pc:spChg>
        <pc:spChg chg="mod">
          <ac:chgData name="Alessandro Gorla" userId="c3b46b8a-31ea-41f5-94d7-36490addadd7" providerId="ADAL" clId="{017BCF33-0C0C-49A7-B734-208F249FCF55}" dt="2025-01-16T13:13:20.972" v="381" actId="14100"/>
          <ac:spMkLst>
            <pc:docMk/>
            <pc:sldMk cId="1514868864" sldId="272"/>
            <ac:spMk id="3" creationId="{2037F448-7BA1-B960-32B9-E7D4041544CB}"/>
          </ac:spMkLst>
        </pc:spChg>
        <pc:spChg chg="add del mod">
          <ac:chgData name="Alessandro Gorla" userId="c3b46b8a-31ea-41f5-94d7-36490addadd7" providerId="ADAL" clId="{017BCF33-0C0C-49A7-B734-208F249FCF55}" dt="2025-01-16T13:12:06.137" v="343" actId="478"/>
          <ac:spMkLst>
            <pc:docMk/>
            <pc:sldMk cId="1514868864" sldId="272"/>
            <ac:spMk id="8" creationId="{9C4B9F70-32AD-136B-5D62-047E2767B643}"/>
          </ac:spMkLst>
        </pc:spChg>
        <pc:graphicFrameChg chg="add mod modGraphic">
          <ac:chgData name="Alessandro Gorla" userId="c3b46b8a-31ea-41f5-94d7-36490addadd7" providerId="ADAL" clId="{017BCF33-0C0C-49A7-B734-208F249FCF55}" dt="2025-01-16T13:07:22.838" v="255" actId="122"/>
          <ac:graphicFrameMkLst>
            <pc:docMk/>
            <pc:sldMk cId="1514868864" sldId="272"/>
            <ac:graphicFrameMk id="7" creationId="{41E07CB2-1B37-E153-6C9E-80A7D96A0F84}"/>
          </ac:graphicFrameMkLst>
        </pc:graphicFrameChg>
        <pc:picChg chg="add mod">
          <ac:chgData name="Alessandro Gorla" userId="c3b46b8a-31ea-41f5-94d7-36490addadd7" providerId="ADAL" clId="{017BCF33-0C0C-49A7-B734-208F249FCF55}" dt="2025-01-16T12:51:29.478" v="146" actId="1076"/>
          <ac:picMkLst>
            <pc:docMk/>
            <pc:sldMk cId="1514868864" sldId="272"/>
            <ac:picMk id="1026" creationId="{BC3BC05F-3D4B-F4DF-99FE-3AA5B3EFCB28}"/>
          </ac:picMkLst>
        </pc:picChg>
        <pc:picChg chg="add mod">
          <ac:chgData name="Alessandro Gorla" userId="c3b46b8a-31ea-41f5-94d7-36490addadd7" providerId="ADAL" clId="{017BCF33-0C0C-49A7-B734-208F249FCF55}" dt="2025-01-16T12:51:36.719" v="150" actId="1076"/>
          <ac:picMkLst>
            <pc:docMk/>
            <pc:sldMk cId="1514868864" sldId="272"/>
            <ac:picMk id="1028" creationId="{38583B6D-8A8A-4CDF-7280-4986D3DFDAD6}"/>
          </ac:picMkLst>
        </pc:picChg>
      </pc:sldChg>
    </pc:docChg>
  </pc:docChgLst>
  <pc:docChgLst>
    <pc:chgData name="Malcolm Ian D Souza" userId="S::au779824@uni.au.dk::90310bc0-adfa-441d-b53a-33c893658680" providerId="AD" clId="Web-{C7734FB2-CDCB-274E-F0A1-48C41EDE28BC}"/>
    <pc:docChg chg="modSld">
      <pc:chgData name="Malcolm Ian D Souza" userId="S::au779824@uni.au.dk::90310bc0-adfa-441d-b53a-33c893658680" providerId="AD" clId="Web-{C7734FB2-CDCB-274E-F0A1-48C41EDE28BC}" dt="2025-01-01T11:32:39.458" v="157"/>
      <pc:docMkLst>
        <pc:docMk/>
      </pc:docMkLst>
      <pc:sldChg chg="addSp delSp modSp">
        <pc:chgData name="Malcolm Ian D Souza" userId="S::au779824@uni.au.dk::90310bc0-adfa-441d-b53a-33c893658680" providerId="AD" clId="Web-{C7734FB2-CDCB-274E-F0A1-48C41EDE28BC}" dt="2025-01-01T11:32:39.458" v="157"/>
        <pc:sldMkLst>
          <pc:docMk/>
          <pc:sldMk cId="1454281519" sldId="269"/>
        </pc:sldMkLst>
        <pc:spChg chg="add mod">
          <ac:chgData name="Malcolm Ian D Souza" userId="S::au779824@uni.au.dk::90310bc0-adfa-441d-b53a-33c893658680" providerId="AD" clId="Web-{C7734FB2-CDCB-274E-F0A1-48C41EDE28BC}" dt="2025-01-01T11:28:14.095" v="120" actId="20577"/>
          <ac:spMkLst>
            <pc:docMk/>
            <pc:sldMk cId="1454281519" sldId="269"/>
            <ac:spMk id="13" creationId="{11C1094D-B341-052D-15DB-1F894837933C}"/>
          </ac:spMkLst>
        </pc:spChg>
        <pc:spChg chg="add mod">
          <ac:chgData name="Malcolm Ian D Souza" userId="S::au779824@uni.au.dk::90310bc0-adfa-441d-b53a-33c893658680" providerId="AD" clId="Web-{C7734FB2-CDCB-274E-F0A1-48C41EDE28BC}" dt="2025-01-01T11:28:33.143" v="121"/>
          <ac:spMkLst>
            <pc:docMk/>
            <pc:sldMk cId="1454281519" sldId="269"/>
            <ac:spMk id="14" creationId="{9A6DD8CD-77D8-0C7B-E73B-BBD227544B32}"/>
          </ac:spMkLst>
        </pc:spChg>
        <pc:spChg chg="add mod">
          <ac:chgData name="Malcolm Ian D Souza" userId="S::au779824@uni.au.dk::90310bc0-adfa-441d-b53a-33c893658680" providerId="AD" clId="Web-{C7734FB2-CDCB-274E-F0A1-48C41EDE28BC}" dt="2025-01-01T11:31:00.980" v="152"/>
          <ac:spMkLst>
            <pc:docMk/>
            <pc:sldMk cId="1454281519" sldId="269"/>
            <ac:spMk id="16" creationId="{D824866B-0C36-893C-07A8-1537A8676743}"/>
          </ac:spMkLst>
        </pc:spChg>
        <pc:spChg chg="add mod">
          <ac:chgData name="Malcolm Ian D Souza" userId="S::au779824@uni.au.dk::90310bc0-adfa-441d-b53a-33c893658680" providerId="AD" clId="Web-{C7734FB2-CDCB-274E-F0A1-48C41EDE28BC}" dt="2025-01-01T11:30:41.963" v="149" actId="1076"/>
          <ac:spMkLst>
            <pc:docMk/>
            <pc:sldMk cId="1454281519" sldId="269"/>
            <ac:spMk id="17" creationId="{ADD32A6B-AEDF-634D-D926-ECBD0F112555}"/>
          </ac:spMkLst>
        </pc:spChg>
        <pc:picChg chg="add mod">
          <ac:chgData name="Malcolm Ian D Souza" userId="S::au779824@uni.au.dk::90310bc0-adfa-441d-b53a-33c893658680" providerId="AD" clId="Web-{C7734FB2-CDCB-274E-F0A1-48C41EDE28BC}" dt="2025-01-01T11:24:57.427" v="31" actId="1076"/>
          <ac:picMkLst>
            <pc:docMk/>
            <pc:sldMk cId="1454281519" sldId="269"/>
            <ac:picMk id="7" creationId="{6454A430-DABF-1EE7-C721-8B69D0474731}"/>
          </ac:picMkLst>
        </pc:picChg>
        <pc:picChg chg="add mod">
          <ac:chgData name="Malcolm Ian D Souza" userId="S::au779824@uni.au.dk::90310bc0-adfa-441d-b53a-33c893658680" providerId="AD" clId="Web-{C7734FB2-CDCB-274E-F0A1-48C41EDE28BC}" dt="2025-01-01T11:26:49.590" v="81" actId="1076"/>
          <ac:picMkLst>
            <pc:docMk/>
            <pc:sldMk cId="1454281519" sldId="269"/>
            <ac:picMk id="10" creationId="{420C2496-B755-44B7-2514-6E7B25585D37}"/>
          </ac:picMkLst>
        </pc:picChg>
        <pc:picChg chg="add mod">
          <ac:chgData name="Malcolm Ian D Souza" userId="S::au779824@uni.au.dk::90310bc0-adfa-441d-b53a-33c893658680" providerId="AD" clId="Web-{C7734FB2-CDCB-274E-F0A1-48C41EDE28BC}" dt="2025-01-01T11:26:52.184" v="82" actId="1076"/>
          <ac:picMkLst>
            <pc:docMk/>
            <pc:sldMk cId="1454281519" sldId="269"/>
            <ac:picMk id="11" creationId="{7CEFB6ED-CFE4-A918-1F1F-9DD47263045B}"/>
          </ac:picMkLst>
        </pc:picChg>
        <pc:picChg chg="add mod">
          <ac:chgData name="Malcolm Ian D Souza" userId="S::au779824@uni.au.dk::90310bc0-adfa-441d-b53a-33c893658680" providerId="AD" clId="Web-{C7734FB2-CDCB-274E-F0A1-48C41EDE28BC}" dt="2025-01-01T11:30:50.605" v="151" actId="1076"/>
          <ac:picMkLst>
            <pc:docMk/>
            <pc:sldMk cId="1454281519" sldId="269"/>
            <ac:picMk id="15" creationId="{CB5F3E75-E1E9-1E9F-4DB1-61212D7079C7}"/>
          </ac:picMkLst>
        </pc:picChg>
      </pc:sldChg>
    </pc:docChg>
  </pc:docChgLst>
  <pc:docChgLst>
    <pc:chgData name="Vilma Elise Delden" userId="S::au763879@uni.au.dk::c197ba7b-480f-450b-9c8b-c1ee664b42b9" providerId="AD" clId="Web-{7386C4BB-6DFD-228A-7F81-F50D49E12FA1}"/>
    <pc:docChg chg="addSld delSld modSld sldOrd">
      <pc:chgData name="Vilma Elise Delden" userId="S::au763879@uni.au.dk::c197ba7b-480f-450b-9c8b-c1ee664b42b9" providerId="AD" clId="Web-{7386C4BB-6DFD-228A-7F81-F50D49E12FA1}" dt="2025-01-16T13:30:40.801" v="256" actId="20577"/>
      <pc:docMkLst>
        <pc:docMk/>
      </pc:docMkLst>
      <pc:sldChg chg="addSp delSp modSp">
        <pc:chgData name="Vilma Elise Delden" userId="S::au763879@uni.au.dk::c197ba7b-480f-450b-9c8b-c1ee664b42b9" providerId="AD" clId="Web-{7386C4BB-6DFD-228A-7F81-F50D49E12FA1}" dt="2025-01-16T11:09:13.488" v="122" actId="1076"/>
        <pc:sldMkLst>
          <pc:docMk/>
          <pc:sldMk cId="2496161318" sldId="257"/>
        </pc:sldMkLst>
        <pc:spChg chg="add del mod">
          <ac:chgData name="Vilma Elise Delden" userId="S::au763879@uni.au.dk::c197ba7b-480f-450b-9c8b-c1ee664b42b9" providerId="AD" clId="Web-{7386C4BB-6DFD-228A-7F81-F50D49E12FA1}" dt="2025-01-16T10:53:12.391" v="94"/>
          <ac:spMkLst>
            <pc:docMk/>
            <pc:sldMk cId="2496161318" sldId="257"/>
            <ac:spMk id="3" creationId="{D21FC6B5-BBEB-FA48-03DD-85D3A6F6992D}"/>
          </ac:spMkLst>
        </pc:spChg>
        <pc:graphicFrameChg chg="mod modGraphic">
          <ac:chgData name="Vilma Elise Delden" userId="S::au763879@uni.au.dk::c197ba7b-480f-450b-9c8b-c1ee664b42b9" providerId="AD" clId="Web-{7386C4BB-6DFD-228A-7F81-F50D49E12FA1}" dt="2025-01-16T11:09:06.113" v="120" actId="1076"/>
          <ac:graphicFrameMkLst>
            <pc:docMk/>
            <pc:sldMk cId="2496161318" sldId="257"/>
            <ac:graphicFrameMk id="12" creationId="{FB185B39-4885-CDF5-E25F-2710C4CF52FA}"/>
          </ac:graphicFrameMkLst>
        </pc:graphicFrameChg>
        <pc:picChg chg="mod">
          <ac:chgData name="Vilma Elise Delden" userId="S::au763879@uni.au.dk::c197ba7b-480f-450b-9c8b-c1ee664b42b9" providerId="AD" clId="Web-{7386C4BB-6DFD-228A-7F81-F50D49E12FA1}" dt="2025-01-16T11:08:55.035" v="117" actId="1076"/>
          <ac:picMkLst>
            <pc:docMk/>
            <pc:sldMk cId="2496161318" sldId="257"/>
            <ac:picMk id="7" creationId="{60EEA436-6A14-11AC-636D-F740E6265AB3}"/>
          </ac:picMkLst>
        </pc:picChg>
        <pc:picChg chg="mod">
          <ac:chgData name="Vilma Elise Delden" userId="S::au763879@uni.au.dk::c197ba7b-480f-450b-9c8b-c1ee664b42b9" providerId="AD" clId="Web-{7386C4BB-6DFD-228A-7F81-F50D49E12FA1}" dt="2025-01-16T11:08:56.628" v="118" actId="1076"/>
          <ac:picMkLst>
            <pc:docMk/>
            <pc:sldMk cId="2496161318" sldId="257"/>
            <ac:picMk id="8" creationId="{C75F78E7-5146-992C-DFDF-1AA7B7F316F3}"/>
          </ac:picMkLst>
        </pc:picChg>
        <pc:picChg chg="mod">
          <ac:chgData name="Vilma Elise Delden" userId="S::au763879@uni.au.dk::c197ba7b-480f-450b-9c8b-c1ee664b42b9" providerId="AD" clId="Web-{7386C4BB-6DFD-228A-7F81-F50D49E12FA1}" dt="2025-01-16T11:09:06.098" v="119" actId="1076"/>
          <ac:picMkLst>
            <pc:docMk/>
            <pc:sldMk cId="2496161318" sldId="257"/>
            <ac:picMk id="11" creationId="{8D11C0E1-C9E3-3406-D99B-9F2FB46BB523}"/>
          </ac:picMkLst>
        </pc:picChg>
        <pc:picChg chg="add mod">
          <ac:chgData name="Vilma Elise Delden" userId="S::au763879@uni.au.dk::c197ba7b-480f-450b-9c8b-c1ee664b42b9" providerId="AD" clId="Web-{7386C4BB-6DFD-228A-7F81-F50D49E12FA1}" dt="2025-01-16T11:09:13.488" v="122" actId="1076"/>
          <ac:picMkLst>
            <pc:docMk/>
            <pc:sldMk cId="2496161318" sldId="257"/>
            <ac:picMk id="14" creationId="{8967D5FC-3C39-CCEB-712F-AEE5A4827257}"/>
          </ac:picMkLst>
        </pc:picChg>
        <pc:picChg chg="add mod">
          <ac:chgData name="Vilma Elise Delden" userId="S::au763879@uni.au.dk::c197ba7b-480f-450b-9c8b-c1ee664b42b9" providerId="AD" clId="Web-{7386C4BB-6DFD-228A-7F81-F50D49E12FA1}" dt="2025-01-16T11:09:09.504" v="121" actId="1076"/>
          <ac:picMkLst>
            <pc:docMk/>
            <pc:sldMk cId="2496161318" sldId="257"/>
            <ac:picMk id="15" creationId="{5730FF43-5912-CAA1-A3BE-714E1F7E9732}"/>
          </ac:picMkLst>
        </pc:picChg>
      </pc:sldChg>
      <pc:sldChg chg="ord">
        <pc:chgData name="Vilma Elise Delden" userId="S::au763879@uni.au.dk::c197ba7b-480f-450b-9c8b-c1ee664b42b9" providerId="AD" clId="Web-{7386C4BB-6DFD-228A-7F81-F50D49E12FA1}" dt="2025-01-16T13:21:02.685" v="144"/>
        <pc:sldMkLst>
          <pc:docMk/>
          <pc:sldMk cId="902667027" sldId="258"/>
        </pc:sldMkLst>
      </pc:sldChg>
      <pc:sldChg chg="addSp delSp modSp">
        <pc:chgData name="Vilma Elise Delden" userId="S::au763879@uni.au.dk::c197ba7b-480f-450b-9c8b-c1ee664b42b9" providerId="AD" clId="Web-{7386C4BB-6DFD-228A-7F81-F50D49E12FA1}" dt="2025-01-16T13:18:51.446" v="128"/>
        <pc:sldMkLst>
          <pc:docMk/>
          <pc:sldMk cId="2355938746" sldId="265"/>
        </pc:sldMkLst>
        <pc:picChg chg="add del mod">
          <ac:chgData name="Vilma Elise Delden" userId="S::au763879@uni.au.dk::c197ba7b-480f-450b-9c8b-c1ee664b42b9" providerId="AD" clId="Web-{7386C4BB-6DFD-228A-7F81-F50D49E12FA1}" dt="2025-01-16T13:18:51.446" v="128"/>
          <ac:picMkLst>
            <pc:docMk/>
            <pc:sldMk cId="2355938746" sldId="265"/>
            <ac:picMk id="7" creationId="{B1C675B4-46FC-884F-AE11-569FB49CB0EE}"/>
          </ac:picMkLst>
        </pc:picChg>
      </pc:sldChg>
      <pc:sldChg chg="addSp delSp modSp new del mod ord setBg">
        <pc:chgData name="Vilma Elise Delden" userId="S::au763879@uni.au.dk::c197ba7b-480f-450b-9c8b-c1ee664b42b9" providerId="AD" clId="Web-{7386C4BB-6DFD-228A-7F81-F50D49E12FA1}" dt="2025-01-16T10:43:48.714" v="44"/>
        <pc:sldMkLst>
          <pc:docMk/>
          <pc:sldMk cId="1548748942" sldId="270"/>
        </pc:sldMkLst>
        <pc:spChg chg="del">
          <ac:chgData name="Vilma Elise Delden" userId="S::au763879@uni.au.dk::c197ba7b-480f-450b-9c8b-c1ee664b42b9" providerId="AD" clId="Web-{7386C4BB-6DFD-228A-7F81-F50D49E12FA1}" dt="2025-01-16T10:35:36.524" v="1"/>
          <ac:spMkLst>
            <pc:docMk/>
            <pc:sldMk cId="1548748942" sldId="270"/>
            <ac:spMk id="3" creationId="{1EB02747-DACC-4A77-0AC2-D92664AFBDAE}"/>
          </ac:spMkLst>
        </pc:spChg>
        <pc:picChg chg="add mod ord">
          <ac:chgData name="Vilma Elise Delden" userId="S::au763879@uni.au.dk::c197ba7b-480f-450b-9c8b-c1ee664b42b9" providerId="AD" clId="Web-{7386C4BB-6DFD-228A-7F81-F50D49E12FA1}" dt="2025-01-16T10:41:55.413" v="42" actId="1076"/>
          <ac:picMkLst>
            <pc:docMk/>
            <pc:sldMk cId="1548748942" sldId="270"/>
            <ac:picMk id="7" creationId="{1A0C84C1-F016-E119-4859-2702F7CAC94A}"/>
          </ac:picMkLst>
        </pc:picChg>
        <pc:picChg chg="add mod">
          <ac:chgData name="Vilma Elise Delden" userId="S::au763879@uni.au.dk::c197ba7b-480f-450b-9c8b-c1ee664b42b9" providerId="AD" clId="Web-{7386C4BB-6DFD-228A-7F81-F50D49E12FA1}" dt="2025-01-16T10:41:55.335" v="41" actId="1076"/>
          <ac:picMkLst>
            <pc:docMk/>
            <pc:sldMk cId="1548748942" sldId="270"/>
            <ac:picMk id="8" creationId="{0334913E-B3F6-5CEF-A4D3-5F5B6A5263FB}"/>
          </ac:picMkLst>
        </pc:picChg>
        <pc:picChg chg="add mod modCrop">
          <ac:chgData name="Vilma Elise Delden" userId="S::au763879@uni.au.dk::c197ba7b-480f-450b-9c8b-c1ee664b42b9" providerId="AD" clId="Web-{7386C4BB-6DFD-228A-7F81-F50D49E12FA1}" dt="2025-01-16T10:41:55.272" v="40" actId="1076"/>
          <ac:picMkLst>
            <pc:docMk/>
            <pc:sldMk cId="1548748942" sldId="270"/>
            <ac:picMk id="9" creationId="{39A6BD6A-2C7E-BE41-C563-576C7A7AEC11}"/>
          </ac:picMkLst>
        </pc:picChg>
      </pc:sldChg>
      <pc:sldChg chg="addSp delSp modSp new mod setBg">
        <pc:chgData name="Vilma Elise Delden" userId="S::au763879@uni.au.dk::c197ba7b-480f-450b-9c8b-c1ee664b42b9" providerId="AD" clId="Web-{7386C4BB-6DFD-228A-7F81-F50D49E12FA1}" dt="2025-01-16T10:47:18.128" v="88" actId="1076"/>
        <pc:sldMkLst>
          <pc:docMk/>
          <pc:sldMk cId="3198845662" sldId="270"/>
        </pc:sldMkLst>
        <pc:spChg chg="del">
          <ac:chgData name="Vilma Elise Delden" userId="S::au763879@uni.au.dk::c197ba7b-480f-450b-9c8b-c1ee664b42b9" providerId="AD" clId="Web-{7386C4BB-6DFD-228A-7F81-F50D49E12FA1}" dt="2025-01-16T10:44:17.402" v="47"/>
          <ac:spMkLst>
            <pc:docMk/>
            <pc:sldMk cId="3198845662" sldId="270"/>
            <ac:spMk id="2" creationId="{95F92A2B-BFB5-A6FF-19EB-64F290D7AE08}"/>
          </ac:spMkLst>
        </pc:spChg>
        <pc:spChg chg="del">
          <ac:chgData name="Vilma Elise Delden" userId="S::au763879@uni.au.dk::c197ba7b-480f-450b-9c8b-c1ee664b42b9" providerId="AD" clId="Web-{7386C4BB-6DFD-228A-7F81-F50D49E12FA1}" dt="2025-01-16T10:44:03.074" v="46"/>
          <ac:spMkLst>
            <pc:docMk/>
            <pc:sldMk cId="3198845662" sldId="270"/>
            <ac:spMk id="3" creationId="{191B9572-8581-ED44-BC24-92AEA1C9AB6A}"/>
          </ac:spMkLst>
        </pc:spChg>
        <pc:picChg chg="add mod">
          <ac:chgData name="Vilma Elise Delden" userId="S::au763879@uni.au.dk::c197ba7b-480f-450b-9c8b-c1ee664b42b9" providerId="AD" clId="Web-{7386C4BB-6DFD-228A-7F81-F50D49E12FA1}" dt="2025-01-16T10:47:17.956" v="86" actId="1076"/>
          <ac:picMkLst>
            <pc:docMk/>
            <pc:sldMk cId="3198845662" sldId="270"/>
            <ac:picMk id="7" creationId="{ACC4D79D-8F75-1809-19D9-92FAE157B61C}"/>
          </ac:picMkLst>
        </pc:picChg>
        <pc:picChg chg="add mod modCrop">
          <ac:chgData name="Vilma Elise Delden" userId="S::au763879@uni.au.dk::c197ba7b-480f-450b-9c8b-c1ee664b42b9" providerId="AD" clId="Web-{7386C4BB-6DFD-228A-7F81-F50D49E12FA1}" dt="2025-01-16T10:47:18.128" v="88" actId="1076"/>
          <ac:picMkLst>
            <pc:docMk/>
            <pc:sldMk cId="3198845662" sldId="270"/>
            <ac:picMk id="8" creationId="{BF02427B-6681-86D6-1817-2A682DA84843}"/>
          </ac:picMkLst>
        </pc:picChg>
        <pc:picChg chg="add mod">
          <ac:chgData name="Vilma Elise Delden" userId="S::au763879@uni.au.dk::c197ba7b-480f-450b-9c8b-c1ee664b42b9" providerId="AD" clId="Web-{7386C4BB-6DFD-228A-7F81-F50D49E12FA1}" dt="2025-01-16T10:47:18.065" v="87" actId="1076"/>
          <ac:picMkLst>
            <pc:docMk/>
            <pc:sldMk cId="3198845662" sldId="270"/>
            <ac:picMk id="9" creationId="{556E8DB9-637A-15D2-5426-3EC4A9710160}"/>
          </ac:picMkLst>
        </pc:picChg>
        <pc:picChg chg="add del mod">
          <ac:chgData name="Vilma Elise Delden" userId="S::au763879@uni.au.dk::c197ba7b-480f-450b-9c8b-c1ee664b42b9" providerId="AD" clId="Web-{7386C4BB-6DFD-228A-7F81-F50D49E12FA1}" dt="2025-01-16T10:44:26.528" v="59"/>
          <ac:picMkLst>
            <pc:docMk/>
            <pc:sldMk cId="3198845662" sldId="270"/>
            <ac:picMk id="10" creationId="{4AE4427E-5379-9A10-5890-6A68C4049743}"/>
          </ac:picMkLst>
        </pc:picChg>
        <pc:picChg chg="add del mod">
          <ac:chgData name="Vilma Elise Delden" userId="S::au763879@uni.au.dk::c197ba7b-480f-450b-9c8b-c1ee664b42b9" providerId="AD" clId="Web-{7386C4BB-6DFD-228A-7F81-F50D49E12FA1}" dt="2025-01-16T10:44:26.528" v="58"/>
          <ac:picMkLst>
            <pc:docMk/>
            <pc:sldMk cId="3198845662" sldId="270"/>
            <ac:picMk id="11" creationId="{67B36B48-4E54-64EF-89FA-8C4AF457CB88}"/>
          </ac:picMkLst>
        </pc:picChg>
        <pc:picChg chg="add del mod">
          <ac:chgData name="Vilma Elise Delden" userId="S::au763879@uni.au.dk::c197ba7b-480f-450b-9c8b-c1ee664b42b9" providerId="AD" clId="Web-{7386C4BB-6DFD-228A-7F81-F50D49E12FA1}" dt="2025-01-16T10:44:26.528" v="57"/>
          <ac:picMkLst>
            <pc:docMk/>
            <pc:sldMk cId="3198845662" sldId="270"/>
            <ac:picMk id="12" creationId="{1BC1B672-A6DA-2C93-A32E-DAC5D908C8B6}"/>
          </ac:picMkLst>
        </pc:picChg>
      </pc:sldChg>
      <pc:sldChg chg="addSp delSp modSp new del ord">
        <pc:chgData name="Vilma Elise Delden" userId="S::au763879@uni.au.dk::c197ba7b-480f-450b-9c8b-c1ee664b42b9" providerId="AD" clId="Web-{7386C4BB-6DFD-228A-7F81-F50D49E12FA1}" dt="2025-01-16T13:19:59.667" v="136"/>
        <pc:sldMkLst>
          <pc:docMk/>
          <pc:sldMk cId="897649208" sldId="273"/>
        </pc:sldMkLst>
        <pc:spChg chg="del">
          <ac:chgData name="Vilma Elise Delden" userId="S::au763879@uni.au.dk::c197ba7b-480f-450b-9c8b-c1ee664b42b9" providerId="AD" clId="Web-{7386C4BB-6DFD-228A-7F81-F50D49E12FA1}" dt="2025-01-16T13:18:44.102" v="126"/>
          <ac:spMkLst>
            <pc:docMk/>
            <pc:sldMk cId="897649208" sldId="273"/>
            <ac:spMk id="2" creationId="{CA064677-ED0C-3C7F-46C2-6932160E93B0}"/>
          </ac:spMkLst>
        </pc:spChg>
        <pc:spChg chg="del">
          <ac:chgData name="Vilma Elise Delden" userId="S::au763879@uni.au.dk::c197ba7b-480f-450b-9c8b-c1ee664b42b9" providerId="AD" clId="Web-{7386C4BB-6DFD-228A-7F81-F50D49E12FA1}" dt="2025-01-16T13:18:45.805" v="127"/>
          <ac:spMkLst>
            <pc:docMk/>
            <pc:sldMk cId="897649208" sldId="273"/>
            <ac:spMk id="3" creationId="{6AC09A07-124D-A978-601F-F4755C272A90}"/>
          </ac:spMkLst>
        </pc:spChg>
        <pc:picChg chg="add del mod">
          <ac:chgData name="Vilma Elise Delden" userId="S::au763879@uni.au.dk::c197ba7b-480f-450b-9c8b-c1ee664b42b9" providerId="AD" clId="Web-{7386C4BB-6DFD-228A-7F81-F50D49E12FA1}" dt="2025-01-16T13:19:53.120" v="135"/>
          <ac:picMkLst>
            <pc:docMk/>
            <pc:sldMk cId="897649208" sldId="273"/>
            <ac:picMk id="7" creationId="{D5D65285-8133-B166-7947-D076E61ADAB7}"/>
          </ac:picMkLst>
        </pc:picChg>
      </pc:sldChg>
      <pc:sldChg chg="addSp delSp modSp new del ord">
        <pc:chgData name="Vilma Elise Delden" userId="S::au763879@uni.au.dk::c197ba7b-480f-450b-9c8b-c1ee664b42b9" providerId="AD" clId="Web-{7386C4BB-6DFD-228A-7F81-F50D49E12FA1}" dt="2025-01-16T13:21:50.562" v="148"/>
        <pc:sldMkLst>
          <pc:docMk/>
          <pc:sldMk cId="3858798633" sldId="273"/>
        </pc:sldMkLst>
        <pc:spChg chg="mod">
          <ac:chgData name="Vilma Elise Delden" userId="S::au763879@uni.au.dk::c197ba7b-480f-450b-9c8b-c1ee664b42b9" providerId="AD" clId="Web-{7386C4BB-6DFD-228A-7F81-F50D49E12FA1}" dt="2025-01-16T13:20:24.402" v="143" actId="20577"/>
          <ac:spMkLst>
            <pc:docMk/>
            <pc:sldMk cId="3858798633" sldId="273"/>
            <ac:spMk id="2" creationId="{B2395896-FAEB-1EF1-86F6-B1AB93864724}"/>
          </ac:spMkLst>
        </pc:spChg>
        <pc:spChg chg="del">
          <ac:chgData name="Vilma Elise Delden" userId="S::au763879@uni.au.dk::c197ba7b-480f-450b-9c8b-c1ee664b42b9" providerId="AD" clId="Web-{7386C4BB-6DFD-228A-7F81-F50D49E12FA1}" dt="2025-01-16T13:20:16.668" v="138"/>
          <ac:spMkLst>
            <pc:docMk/>
            <pc:sldMk cId="3858798633" sldId="273"/>
            <ac:spMk id="3" creationId="{B6572B6F-2804-4926-3F10-D0E52E53D719}"/>
          </ac:spMkLst>
        </pc:spChg>
        <pc:picChg chg="add mod ord">
          <ac:chgData name="Vilma Elise Delden" userId="S::au763879@uni.au.dk::c197ba7b-480f-450b-9c8b-c1ee664b42b9" providerId="AD" clId="Web-{7386C4BB-6DFD-228A-7F81-F50D49E12FA1}" dt="2025-01-16T13:20:22.105" v="140" actId="1076"/>
          <ac:picMkLst>
            <pc:docMk/>
            <pc:sldMk cId="3858798633" sldId="273"/>
            <ac:picMk id="8" creationId="{3EE2A3D6-A955-AC52-8091-2FAE1CD0E7C3}"/>
          </ac:picMkLst>
        </pc:picChg>
      </pc:sldChg>
      <pc:sldChg chg="addSp delSp modSp new">
        <pc:chgData name="Vilma Elise Delden" userId="S::au763879@uni.au.dk::c197ba7b-480f-450b-9c8b-c1ee664b42b9" providerId="AD" clId="Web-{7386C4BB-6DFD-228A-7F81-F50D49E12FA1}" dt="2025-01-16T13:30:40.801" v="256" actId="20577"/>
        <pc:sldMkLst>
          <pc:docMk/>
          <pc:sldMk cId="2469920730" sldId="274"/>
        </pc:sldMkLst>
        <pc:spChg chg="mod">
          <ac:chgData name="Vilma Elise Delden" userId="S::au763879@uni.au.dk::c197ba7b-480f-450b-9c8b-c1ee664b42b9" providerId="AD" clId="Web-{7386C4BB-6DFD-228A-7F81-F50D49E12FA1}" dt="2025-01-16T13:22:23.829" v="157" actId="20577"/>
          <ac:spMkLst>
            <pc:docMk/>
            <pc:sldMk cId="2469920730" sldId="274"/>
            <ac:spMk id="2" creationId="{A0F9244A-6F6B-C15B-1BD2-74E282085D2A}"/>
          </ac:spMkLst>
        </pc:spChg>
        <pc:spChg chg="del">
          <ac:chgData name="Vilma Elise Delden" userId="S::au763879@uni.au.dk::c197ba7b-480f-450b-9c8b-c1ee664b42b9" providerId="AD" clId="Web-{7386C4BB-6DFD-228A-7F81-F50D49E12FA1}" dt="2025-01-16T13:22:38.032" v="160"/>
          <ac:spMkLst>
            <pc:docMk/>
            <pc:sldMk cId="2469920730" sldId="274"/>
            <ac:spMk id="3" creationId="{D1710841-47E6-3B42-34E1-0DF9E39957C5}"/>
          </ac:spMkLst>
        </pc:spChg>
        <pc:spChg chg="del">
          <ac:chgData name="Vilma Elise Delden" userId="S::au763879@uni.au.dk::c197ba7b-480f-450b-9c8b-c1ee664b42b9" providerId="AD" clId="Web-{7386C4BB-6DFD-228A-7F81-F50D49E12FA1}" dt="2025-01-16T13:21:54.421" v="149"/>
          <ac:spMkLst>
            <pc:docMk/>
            <pc:sldMk cId="2469920730" sldId="274"/>
            <ac:spMk id="4" creationId="{0E3D4247-E99A-F159-7A90-D4FD052BDAE8}"/>
          </ac:spMkLst>
        </pc:spChg>
        <pc:spChg chg="del">
          <ac:chgData name="Vilma Elise Delden" userId="S::au763879@uni.au.dk::c197ba7b-480f-450b-9c8b-c1ee664b42b9" providerId="AD" clId="Web-{7386C4BB-6DFD-228A-7F81-F50D49E12FA1}" dt="2025-01-16T13:22:16.219" v="152"/>
          <ac:spMkLst>
            <pc:docMk/>
            <pc:sldMk cId="2469920730" sldId="274"/>
            <ac:spMk id="5" creationId="{D4030D6D-1656-352A-F927-E4AD0FFF95AE}"/>
          </ac:spMkLst>
        </pc:spChg>
        <pc:spChg chg="del mod">
          <ac:chgData name="Vilma Elise Delden" userId="S::au763879@uni.au.dk::c197ba7b-480f-450b-9c8b-c1ee664b42b9" providerId="AD" clId="Web-{7386C4BB-6DFD-228A-7F81-F50D49E12FA1}" dt="2025-01-16T13:22:20.516" v="154"/>
          <ac:spMkLst>
            <pc:docMk/>
            <pc:sldMk cId="2469920730" sldId="274"/>
            <ac:spMk id="6" creationId="{727612EE-40DC-503B-5417-7ADFAEC5555C}"/>
          </ac:spMkLst>
        </pc:spChg>
        <pc:spChg chg="add mod">
          <ac:chgData name="Vilma Elise Delden" userId="S::au763879@uni.au.dk::c197ba7b-480f-450b-9c8b-c1ee664b42b9" providerId="AD" clId="Web-{7386C4BB-6DFD-228A-7F81-F50D49E12FA1}" dt="2025-01-16T13:27:59.342" v="246" actId="20577"/>
          <ac:spMkLst>
            <pc:docMk/>
            <pc:sldMk cId="2469920730" sldId="274"/>
            <ac:spMk id="11" creationId="{C787BBE8-2C65-39F6-D993-416B383DFEA4}"/>
          </ac:spMkLst>
        </pc:spChg>
        <pc:spChg chg="add mod">
          <ac:chgData name="Vilma Elise Delden" userId="S::au763879@uni.au.dk::c197ba7b-480f-450b-9c8b-c1ee664b42b9" providerId="AD" clId="Web-{7386C4BB-6DFD-228A-7F81-F50D49E12FA1}" dt="2025-01-16T13:30:40.801" v="256" actId="20577"/>
          <ac:spMkLst>
            <pc:docMk/>
            <pc:sldMk cId="2469920730" sldId="274"/>
            <ac:spMk id="12" creationId="{EF22D760-84C1-8FAD-E18A-C50B7B94643C}"/>
          </ac:spMkLst>
        </pc:spChg>
        <pc:picChg chg="add mod ord">
          <ac:chgData name="Vilma Elise Delden" userId="S::au763879@uni.au.dk::c197ba7b-480f-450b-9c8b-c1ee664b42b9" providerId="AD" clId="Web-{7386C4BB-6DFD-228A-7F81-F50D49E12FA1}" dt="2025-01-16T13:25:53.884" v="164" actId="1076"/>
          <ac:picMkLst>
            <pc:docMk/>
            <pc:sldMk cId="2469920730" sldId="274"/>
            <ac:picMk id="10" creationId="{61EB0BD1-B7FC-3F6B-3D11-28EE718ADD35}"/>
          </ac:picMkLst>
        </pc:picChg>
      </pc:sldChg>
    </pc:docChg>
  </pc:docChgLst>
  <pc:docChgLst>
    <pc:chgData name="Aanandnataraj Satheesh Manimala" userId="S::au779825@uni.au.dk::e077dfde-9b0f-4f89-8e10-76ef5642e6c6" providerId="AD" clId="Web-{EE93A3E2-0F31-1A45-CF02-5AF92451A4E9}"/>
    <pc:docChg chg="modSld">
      <pc:chgData name="Aanandnataraj Satheesh Manimala" userId="S::au779825@uni.au.dk::e077dfde-9b0f-4f89-8e10-76ef5642e6c6" providerId="AD" clId="Web-{EE93A3E2-0F31-1A45-CF02-5AF92451A4E9}" dt="2025-01-16T22:14:19.618" v="19" actId="1076"/>
      <pc:docMkLst>
        <pc:docMk/>
      </pc:docMkLst>
      <pc:sldChg chg="modSp">
        <pc:chgData name="Aanandnataraj Satheesh Manimala" userId="S::au779825@uni.au.dk::e077dfde-9b0f-4f89-8e10-76ef5642e6c6" providerId="AD" clId="Web-{EE93A3E2-0F31-1A45-CF02-5AF92451A4E9}" dt="2025-01-16T22:14:19.618" v="19" actId="1076"/>
        <pc:sldMkLst>
          <pc:docMk/>
          <pc:sldMk cId="1904076865" sldId="266"/>
        </pc:sldMkLst>
        <pc:spChg chg="mod">
          <ac:chgData name="Aanandnataraj Satheesh Manimala" userId="S::au779825@uni.au.dk::e077dfde-9b0f-4f89-8e10-76ef5642e6c6" providerId="AD" clId="Web-{EE93A3E2-0F31-1A45-CF02-5AF92451A4E9}" dt="2025-01-16T22:14:16.931" v="18" actId="20577"/>
          <ac:spMkLst>
            <pc:docMk/>
            <pc:sldMk cId="1904076865" sldId="266"/>
            <ac:spMk id="3" creationId="{F4311C63-A24E-A508-0D5F-9AA8104B99EB}"/>
          </ac:spMkLst>
        </pc:spChg>
        <pc:picChg chg="mod">
          <ac:chgData name="Aanandnataraj Satheesh Manimala" userId="S::au779825@uni.au.dk::e077dfde-9b0f-4f89-8e10-76ef5642e6c6" providerId="AD" clId="Web-{EE93A3E2-0F31-1A45-CF02-5AF92451A4E9}" dt="2025-01-16T22:14:19.618" v="19" actId="1076"/>
          <ac:picMkLst>
            <pc:docMk/>
            <pc:sldMk cId="1904076865" sldId="266"/>
            <ac:picMk id="7" creationId="{E3373DE3-9743-C379-F640-C3F3029DF7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1A373-09B4-4F48-B1F1-4A982CB87ED8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78224B-8993-4843-B2DC-A3279FF06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88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E1A6C774-9077-4047-AD88-16EB83B1C41C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97141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A4AAAB82-54D2-471F-9119-72BE638BCEB2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87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24EFF-F8DA-4B86-828B-8296B1C6A430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99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33F483FB-E128-46C8-9AB2-A9A251F81707}" type="datetime1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635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9C41433-1D80-4D54-BC80-BF820091017F}" type="datetime1">
              <a:rPr lang="en-US" smtClean="0"/>
              <a:t>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90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493E4-582E-48DE-8573-616757D7106B}" type="datetime1">
              <a:rPr lang="en-US" smtClean="0"/>
              <a:t>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96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85276-92F5-4B30-9AF2-1F57F683E6E7}" type="datetime1">
              <a:rPr lang="en-US" smtClean="0"/>
              <a:t>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52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CA701E6-D806-46E2-AFD5-76D624CF469B}" type="datetime1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47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3E749027-D86C-4A8B-BE84-62B3DB852146}" type="datetime1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29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C959-830A-4947-AA13-FA69337EFB50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32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8A05-82F3-4297-906E-B93E5198D028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7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37DA8-6D46-48CC-9C26-437B1BC21BC1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2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aarhusuniversitet-my.sharepoint.com/:v:/r/personal/au772051_uni_au_dk/Documents/AU%20Robotics/Robotics%20project/Robotics_proj_media/Assembly%20Video%20FINAL.mp4?csf=1&amp;web=1&amp;e=jGyDuj" TargetMode="Externa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/>
          <a:p>
            <a:r>
              <a:rPr lang="en-US" b="1"/>
              <a:t>Robotic Assembly of Trophy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err="1"/>
              <a:t>Aanand</a:t>
            </a:r>
            <a:r>
              <a:rPr lang="en-US"/>
              <a:t>, Malcolm, Alessandro, Vilma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8122D73-7256-84C2-A82A-AA4B1E695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 dirty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F360F-4E2C-110E-48CC-3B4CC9C8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2</a:t>
            </a:fld>
            <a:endParaRPr lang="en-US"/>
          </a:p>
        </p:txBody>
      </p:sp>
      <p:pic>
        <p:nvPicPr>
          <p:cNvPr id="7" name="Picture 6" descr="A couple of metal screws with a nut and bolt&#10;&#10;AI-generated content may be incorrect.">
            <a:extLst>
              <a:ext uri="{FF2B5EF4-FFF2-40B4-BE49-F238E27FC236}">
                <a16:creationId xmlns:a16="http://schemas.microsoft.com/office/drawing/2014/main" id="{ACC4D79D-8F75-1809-19D9-92FAE157B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044" y="390472"/>
            <a:ext cx="4829175" cy="5800725"/>
          </a:xfrm>
          <a:prstGeom prst="rect">
            <a:avLst/>
          </a:prstGeom>
        </p:spPr>
      </p:pic>
      <p:pic>
        <p:nvPicPr>
          <p:cNvPr id="8" name="Picture 7" descr="A silver trophy on a table&#10;&#10;AI-generated content may be incorrect.">
            <a:extLst>
              <a:ext uri="{FF2B5EF4-FFF2-40B4-BE49-F238E27FC236}">
                <a16:creationId xmlns:a16="http://schemas.microsoft.com/office/drawing/2014/main" id="{BF02427B-6681-86D6-1817-2A682DA848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44" t="47" r="16341" b="-5"/>
          <a:stretch/>
        </p:blipFill>
        <p:spPr>
          <a:xfrm>
            <a:off x="331183" y="387732"/>
            <a:ext cx="2414514" cy="5800073"/>
          </a:xfrm>
          <a:prstGeom prst="rect">
            <a:avLst/>
          </a:prstGeom>
        </p:spPr>
      </p:pic>
      <p:pic>
        <p:nvPicPr>
          <p:cNvPr id="9" name="Picture 8" descr="A group of metal objects&#10;&#10;AI-generated content may be incorrect.">
            <a:extLst>
              <a:ext uri="{FF2B5EF4-FFF2-40B4-BE49-F238E27FC236}">
                <a16:creationId xmlns:a16="http://schemas.microsoft.com/office/drawing/2014/main" id="{556E8DB9-637A-15D2-5426-3EC4A9710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475" y="386258"/>
            <a:ext cx="6206339" cy="580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45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BA5E-F9B3-3059-0FC9-B48F9089A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pressure &amp; forces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CD683-C488-96E8-27C5-B8ED0B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3</a:t>
            </a:fld>
            <a:endParaRPr lang="en-US"/>
          </a:p>
        </p:txBody>
      </p:sp>
      <p:pic>
        <p:nvPicPr>
          <p:cNvPr id="7" name="Picture 6" descr="A drawing of a rectangular object&#10;&#10;Description automatically generated">
            <a:extLst>
              <a:ext uri="{FF2B5EF4-FFF2-40B4-BE49-F238E27FC236}">
                <a16:creationId xmlns:a16="http://schemas.microsoft.com/office/drawing/2014/main" id="{60EEA436-6A14-11AC-636D-F740E6265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764" y="4168637"/>
            <a:ext cx="1606509" cy="1451596"/>
          </a:xfrm>
          <a:prstGeom prst="rect">
            <a:avLst/>
          </a:prstGeom>
        </p:spPr>
      </p:pic>
      <p:pic>
        <p:nvPicPr>
          <p:cNvPr id="8" name="Picture 7" descr="A drawing of a cylinder&#10;&#10;Description automatically generated">
            <a:extLst>
              <a:ext uri="{FF2B5EF4-FFF2-40B4-BE49-F238E27FC236}">
                <a16:creationId xmlns:a16="http://schemas.microsoft.com/office/drawing/2014/main" id="{C75F78E7-5146-992C-DFDF-1AA7B7F316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76" r="-89" b="4914"/>
          <a:stretch/>
        </p:blipFill>
        <p:spPr>
          <a:xfrm>
            <a:off x="3907746" y="2327631"/>
            <a:ext cx="1585443" cy="1442749"/>
          </a:xfrm>
          <a:prstGeom prst="rect">
            <a:avLst/>
          </a:prstGeom>
        </p:spPr>
      </p:pic>
      <p:pic>
        <p:nvPicPr>
          <p:cNvPr id="9" name="Picture 8" descr="A mathematical equation with black letters&#10;&#10;Description automatically generated">
            <a:extLst>
              <a:ext uri="{FF2B5EF4-FFF2-40B4-BE49-F238E27FC236}">
                <a16:creationId xmlns:a16="http://schemas.microsoft.com/office/drawing/2014/main" id="{5CA85D6E-F084-1B5F-0B4D-8CC27E51D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38" y="3656711"/>
            <a:ext cx="1482152" cy="978599"/>
          </a:xfrm>
          <a:prstGeom prst="rect">
            <a:avLst/>
          </a:prstGeom>
        </p:spPr>
      </p:pic>
      <p:pic>
        <p:nvPicPr>
          <p:cNvPr id="10" name="Picture 9" descr="A square root of a mathematical equation&#10;&#10;Description automatically generated">
            <a:extLst>
              <a:ext uri="{FF2B5EF4-FFF2-40B4-BE49-F238E27FC236}">
                <a16:creationId xmlns:a16="http://schemas.microsoft.com/office/drawing/2014/main" id="{843BE15A-976C-6AE6-C2E4-8BE880BAA6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314" r="3343"/>
          <a:stretch/>
        </p:blipFill>
        <p:spPr>
          <a:xfrm>
            <a:off x="501010" y="2211385"/>
            <a:ext cx="3409141" cy="1215802"/>
          </a:xfrm>
          <a:prstGeom prst="rect">
            <a:avLst/>
          </a:prstGeom>
        </p:spPr>
      </p:pic>
      <p:pic>
        <p:nvPicPr>
          <p:cNvPr id="11" name="Picture 10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8D11C0E1-C9E3-3406-D99B-9F2FB46BB5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0087" y="2315549"/>
            <a:ext cx="2449285" cy="1208314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B185B39-4885-CDF5-E25F-2710C4CF5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476034"/>
              </p:ext>
            </p:extLst>
          </p:nvPr>
        </p:nvGraphicFramePr>
        <p:xfrm>
          <a:off x="5931545" y="3733388"/>
          <a:ext cx="3369788" cy="1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4121">
                  <a:extLst>
                    <a:ext uri="{9D8B030D-6E8A-4147-A177-3AD203B41FA5}">
                      <a16:colId xmlns:a16="http://schemas.microsoft.com/office/drawing/2014/main" val="4132808654"/>
                    </a:ext>
                  </a:extLst>
                </a:gridCol>
                <a:gridCol w="1645667">
                  <a:extLst>
                    <a:ext uri="{9D8B030D-6E8A-4147-A177-3AD203B41FA5}">
                      <a16:colId xmlns:a16="http://schemas.microsoft.com/office/drawing/2014/main" val="21329579"/>
                    </a:ext>
                  </a:extLst>
                </a:gridCol>
              </a:tblGrid>
              <a:tr h="4252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E_S</a:t>
                      </a:r>
                    </a:p>
                  </a:txBody>
                  <a:tcPr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</a:rPr>
                        <a:t>1.5 </a:t>
                      </a:r>
                      <a:r>
                        <a:rPr lang="en-US" b="0" err="1">
                          <a:solidFill>
                            <a:schemeClr val="tx1"/>
                          </a:solidFill>
                        </a:rPr>
                        <a:t>GPa</a:t>
                      </a:r>
                    </a:p>
                  </a:txBody>
                  <a:tcPr>
                    <a:solidFill>
                      <a:srgbClr val="FD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370905"/>
                  </a:ext>
                </a:extLst>
              </a:tr>
              <a:tr h="425260">
                <a:tc>
                  <a:txBody>
                    <a:bodyPr/>
                    <a:lstStyle/>
                    <a:p>
                      <a:r>
                        <a:rPr lang="en-US" err="1"/>
                        <a:t>E_t</a:t>
                      </a:r>
                      <a:r>
                        <a:rPr lang="en-US"/>
                        <a:t> (base)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tx1"/>
                          </a:solidFill>
                        </a:rPr>
                        <a:t>50 </a:t>
                      </a:r>
                      <a:r>
                        <a:rPr lang="en-US" b="0" err="1">
                          <a:solidFill>
                            <a:schemeClr val="tx1"/>
                          </a:solidFill>
                        </a:rPr>
                        <a:t>GPa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565585"/>
                  </a:ext>
                </a:extLst>
              </a:tr>
              <a:tr h="4252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E_t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 (cup)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tx1"/>
                          </a:solidFill>
                        </a:rPr>
                        <a:t>2.5 </a:t>
                      </a:r>
                      <a:r>
                        <a:rPr lang="en-US" b="0" err="1">
                          <a:solidFill>
                            <a:schemeClr val="tx1"/>
                          </a:solidFill>
                        </a:rPr>
                        <a:t>GPa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47633"/>
                  </a:ext>
                </a:extLst>
              </a:tr>
              <a:tr h="4252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E_t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 (rod)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tx1"/>
                          </a:solidFill>
                        </a:rPr>
                        <a:t>200 </a:t>
                      </a:r>
                      <a:r>
                        <a:rPr lang="en-US" b="0" err="1">
                          <a:solidFill>
                            <a:schemeClr val="tx1"/>
                          </a:solidFill>
                        </a:rPr>
                        <a:t>GPa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322842"/>
                  </a:ext>
                </a:extLst>
              </a:tr>
            </a:tbl>
          </a:graphicData>
        </a:graphic>
      </p:graphicFrame>
      <p:pic>
        <p:nvPicPr>
          <p:cNvPr id="13" name="Picture 12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D103CF0C-7114-1073-C925-E279206CD0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203" y="4894710"/>
            <a:ext cx="2459059" cy="983623"/>
          </a:xfrm>
          <a:prstGeom prst="rect">
            <a:avLst/>
          </a:prstGeom>
        </p:spPr>
      </p:pic>
      <p:pic>
        <p:nvPicPr>
          <p:cNvPr id="14" name="Picture 13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8967D5FC-3C39-CCEB-712F-AEE5A48272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2060" y="4002424"/>
            <a:ext cx="2258675" cy="741411"/>
          </a:xfrm>
          <a:prstGeom prst="rect">
            <a:avLst/>
          </a:prstGeom>
        </p:spPr>
      </p:pic>
      <p:pic>
        <p:nvPicPr>
          <p:cNvPr id="15" name="Picture 14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5730FF43-5912-CAA1-A3BE-714E1F7E97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7043" y="3053773"/>
            <a:ext cx="1875174" cy="60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61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0499A-EE05-2AD6-6DD1-1B6C85743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Gripper statics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DA14E-CB8F-DCD4-489E-C58A0CF77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4</a:t>
            </a:fld>
            <a:endParaRPr lang="en-US"/>
          </a:p>
        </p:txBody>
      </p:sp>
      <p:pic>
        <p:nvPicPr>
          <p:cNvPr id="11" name="Content Placeholder 7" descr="A diagram of a mechanical design&#10;&#10;Description automatically generated">
            <a:extLst>
              <a:ext uri="{FF2B5EF4-FFF2-40B4-BE49-F238E27FC236}">
                <a16:creationId xmlns:a16="http://schemas.microsoft.com/office/drawing/2014/main" id="{49E31470-59C7-7F65-2668-4FEE59B93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33"/>
          <a:stretch/>
        </p:blipFill>
        <p:spPr>
          <a:xfrm>
            <a:off x="7734678" y="820038"/>
            <a:ext cx="4114799" cy="55411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55E7F162-8777-B992-5536-6FC74B9744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59480" y="5195839"/>
                <a:ext cx="2636520" cy="92602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200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sz="3200" b="0" i="1">
                          <a:latin typeface="Cambria Math" panose="02040503050406030204" pitchFamily="18" charset="0"/>
                        </a:rPr>
                        <m:t>𝑙</m:t>
                      </m:r>
                      <m:func>
                        <m:func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3200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3200"/>
              </a:p>
            </p:txBody>
          </p:sp>
        </mc:Choice>
        <mc:Fallback xmlns="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55E7F162-8777-B992-5536-6FC74B974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59480" y="5195839"/>
                <a:ext cx="2636520" cy="92602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utoShape 8" descr="Parentesi Graffa - Simbolo della parentesi graffa per la codifica -  CleanPNG / KissPNG">
            <a:extLst>
              <a:ext uri="{FF2B5EF4-FFF2-40B4-BE49-F238E27FC236}">
                <a16:creationId xmlns:a16="http://schemas.microsoft.com/office/drawing/2014/main" id="{14F701CA-F7B1-2E44-0E5B-B5680DA744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0768" y="294132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D161021-FF96-6B56-3763-E9BB4EB815C6}"/>
                  </a:ext>
                </a:extLst>
              </p:cNvPr>
              <p:cNvSpPr txBox="1"/>
              <p:nvPr/>
            </p:nvSpPr>
            <p:spPr>
              <a:xfrm>
                <a:off x="480821" y="2435606"/>
                <a:ext cx="6146293" cy="24243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b>
                                <m:sSubPr>
                                  <m:ctrlP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sSub>
                                <m:sSubPr>
                                  <m:ctrlP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func>
                                <m:funcPr>
                                  <m:ctrlP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ES" sz="28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func>
                                <m:funcPr>
                                  <m:ctrlP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ES" sz="28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= 0</m:t>
                              </m:r>
                            </m:e>
                            <m:e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b>
                                <m:sSubPr>
                                  <m:ctrlP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func>
                                <m:funcPr>
                                  <m:ctrlP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ES" sz="28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func>
                                <m:funcPr>
                                  <m:ctrlP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ES" sz="28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= 0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 0</m:t>
                              </m:r>
                            </m:e>
                            <m:e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b>
                                <m:sSubPr>
                                  <m:ctrlP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= 0</m:t>
                              </m:r>
                            </m:e>
                            <m:e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b>
                                <m:sSubPr>
                                  <m:ctrlP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sSub>
                                <m:sSubPr>
                                  <m:ctrlP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func>
                                <m:funcPr>
                                  <m:ctrlP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ES" sz="28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func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func>
                                <m:funcPr>
                                  <m:ctrlP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ES" sz="28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s-ES" sz="28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func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= 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D161021-FF96-6B56-3763-E9BB4EB81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21" y="2435606"/>
                <a:ext cx="6146293" cy="2424318"/>
              </a:xfrm>
              <a:prstGeom prst="rect">
                <a:avLst/>
              </a:prstGeom>
              <a:blipFill>
                <a:blip r:embed="rId4"/>
                <a:stretch>
                  <a:fillRect r="-13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2667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799DB-DDA9-B4ED-4A91-FC8079577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Gripper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C4E05A-C0CA-5FD4-8EDF-DD511587D7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5568" y="2043659"/>
                <a:ext cx="10168128" cy="369417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/>
                  <a:t>Maximum diameter of the part: 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=140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𝑚𝑚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⇾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i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𝑝𝑒𝑛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=72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𝑚𝑚</m:t>
                    </m:r>
                  </m:oMath>
                </a14:m>
                <a:endParaRPr lang="en-US" sz="2000"/>
              </a:p>
              <a:p>
                <a:pPr marL="0" indent="0">
                  <a:buNone/>
                </a:pPr>
                <a:endParaRPr lang="en-US" sz="1800" b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C4E05A-C0CA-5FD4-8EDF-DD511587D7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5568" y="2043659"/>
                <a:ext cx="10168128" cy="3694176"/>
              </a:xfrm>
              <a:blipFill>
                <a:blip r:embed="rId2"/>
                <a:stretch>
                  <a:fillRect l="-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3120-19C2-730F-0921-FFD2EE182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 descr="A graph with a line&#10;&#10;Description automatically generated">
            <a:extLst>
              <a:ext uri="{FF2B5EF4-FFF2-40B4-BE49-F238E27FC236}">
                <a16:creationId xmlns:a16="http://schemas.microsoft.com/office/drawing/2014/main" id="{F52DFD36-FE3C-7F58-F198-3E984C061E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885" y="2792152"/>
            <a:ext cx="7891287" cy="33889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7FCFF2-E935-8274-6167-1FC28D2D958D}"/>
                  </a:ext>
                </a:extLst>
              </p:cNvPr>
              <p:cNvSpPr txBox="1"/>
              <p:nvPr/>
            </p:nvSpPr>
            <p:spPr>
              <a:xfrm>
                <a:off x="5122607" y="4693733"/>
                <a:ext cx="44048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𝑙</m:t>
                      </m:r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=57.6</m:t>
                          </m:r>
                        </m:e>
                      </m:func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: 331.8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𝑁𝑚𝑚</m:t>
                      </m:r>
                    </m:oMath>
                  </m:oMathPara>
                </a14:m>
                <a:endParaRPr lang="en-US" sz="1100" b="0"/>
              </a:p>
              <a:p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7FCFF2-E935-8274-6167-1FC28D2D9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607" y="4693733"/>
                <a:ext cx="440485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4583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C9B43-67E9-FF77-3664-D500D8C98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Gripper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662F75-B296-C447-2900-08AB2632BE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5568" y="2045110"/>
                <a:ext cx="10168128" cy="412709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0"/>
                  <a:t>Opening time: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             ⇾             </m:t>
                    </m:r>
                    <m:acc>
                      <m:accPr>
                        <m:chr m:val="̇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 0.4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7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𝑟𝑎𝑑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n-US" sz="1800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662F75-B296-C447-2900-08AB2632BE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5568" y="2045110"/>
                <a:ext cx="10168128" cy="4127090"/>
              </a:xfrm>
              <a:blipFill>
                <a:blip r:embed="rId2"/>
                <a:stretch>
                  <a:fillRect l="-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7D6E2-CB66-592D-2B84-6CDA7D446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 descr="A graph with a line&#10;&#10;Description automatically generated">
            <a:extLst>
              <a:ext uri="{FF2B5EF4-FFF2-40B4-BE49-F238E27FC236}">
                <a16:creationId xmlns:a16="http://schemas.microsoft.com/office/drawing/2014/main" id="{FA9986CD-EC64-7105-5F27-73CC3EA779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532" y="2930687"/>
            <a:ext cx="7870526" cy="31264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3E1589-5E9A-65D2-B748-8B034E67A430}"/>
                  </a:ext>
                </a:extLst>
              </p:cNvPr>
              <p:cNvSpPr txBox="1"/>
              <p:nvPr/>
            </p:nvSpPr>
            <p:spPr>
              <a:xfrm>
                <a:off x="6486832" y="4827638"/>
                <a:ext cx="3333135" cy="414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0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sv-SE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sz="2000" i="1" smtClean="0">
                          <a:latin typeface="Cambria Math" panose="02040503050406030204" pitchFamily="18" charset="0"/>
                        </a:rPr>
                        <m:t>𝑙𝑠𝑖𝑛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acc>
                        <m:accPr>
                          <m:chr m:val="̇"/>
                          <m:ctrlPr>
                            <a:rPr lang="sv-S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3E1589-5E9A-65D2-B748-8B034E67A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832" y="4827638"/>
                <a:ext cx="3333135" cy="4144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141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9244A-6F6B-C15B-1BD2-74E282085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FEM</a:t>
            </a:r>
          </a:p>
        </p:txBody>
      </p:sp>
      <p:pic>
        <p:nvPicPr>
          <p:cNvPr id="10" name="Content Placeholder 9" descr="A blue and green object with a scale&#10;&#10;AI-generated content may be incorrect.">
            <a:extLst>
              <a:ext uri="{FF2B5EF4-FFF2-40B4-BE49-F238E27FC236}">
                <a16:creationId xmlns:a16="http://schemas.microsoft.com/office/drawing/2014/main" id="{61EB0BD1-B7FC-3F6B-3D11-28EE718ADD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320646" y="2495274"/>
            <a:ext cx="8370132" cy="3421036"/>
          </a:xfr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7AD11B-205E-FDB7-9A83-C68B0CE0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7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87BBE8-2C65-39F6-D993-416B383DFEA4}"/>
              </a:ext>
            </a:extLst>
          </p:cNvPr>
          <p:cNvSpPr txBox="1"/>
          <p:nvPr/>
        </p:nvSpPr>
        <p:spPr>
          <a:xfrm>
            <a:off x="645389" y="2498444"/>
            <a:ext cx="2555350" cy="1092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>
                <a:solidFill>
                  <a:srgbClr val="1F1F1F"/>
                </a:solidFill>
                <a:ea typeface="+mn-lt"/>
                <a:cs typeface="+mn-lt"/>
              </a:rPr>
              <a:t>Flexural strength PLA filament:</a:t>
            </a:r>
            <a:br>
              <a:rPr lang="en-US" sz="1500">
                <a:solidFill>
                  <a:srgbClr val="1F1F1F"/>
                </a:solidFill>
                <a:ea typeface="+mn-lt"/>
                <a:cs typeface="+mn-lt"/>
              </a:rPr>
            </a:br>
            <a:r>
              <a:rPr lang="en-US" sz="1500">
                <a:solidFill>
                  <a:srgbClr val="1F1F1F"/>
                </a:solidFill>
                <a:ea typeface="+mn-lt"/>
                <a:cs typeface="+mn-lt"/>
              </a:rPr>
              <a:t>52.5 MPa to 65.9 MPa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22D760-84C1-8FAD-E18A-C50B7B94643C}"/>
              </a:ext>
            </a:extLst>
          </p:cNvPr>
          <p:cNvSpPr txBox="1"/>
          <p:nvPr/>
        </p:nvSpPr>
        <p:spPr>
          <a:xfrm>
            <a:off x="588318" y="3855558"/>
            <a:ext cx="2670917" cy="8765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>
                <a:solidFill>
                  <a:schemeClr val="accent1"/>
                </a:solidFill>
              </a:rPr>
              <a:t>Gripper is tolerable for the applied force!</a:t>
            </a:r>
          </a:p>
        </p:txBody>
      </p:sp>
    </p:spTree>
    <p:extLst>
      <p:ext uri="{BB962C8B-B14F-4D97-AF65-F5344CB8AC3E}">
        <p14:creationId xmlns:p14="http://schemas.microsoft.com/office/powerpoint/2010/main" val="2469920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5AB6E-65C2-115E-E0BE-2792CCA8E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Motor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FC8976-13D8-3E3E-9631-088A2BB7E3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214477" y="3163824"/>
                <a:ext cx="10168128" cy="369417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331.7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9 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𝑁𝑚𝑚</m:t>
                      </m:r>
                    </m:oMath>
                  </m:oMathPara>
                </a14:m>
                <a:endParaRPr lang="en-US" sz="2000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0.4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𝑟𝑎𝑑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sz="2000" b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=0.31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/>
              </a:p>
              <a:p>
                <a:pPr marL="0" indent="0" algn="ctr">
                  <a:buNone/>
                </a:pPr>
                <a:endParaRPr lang="en-US" b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FC8976-13D8-3E3E-9631-088A2BB7E3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214477" y="3163824"/>
                <a:ext cx="10168128" cy="369417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1C89A-9350-44C6-0AD7-3011C4D1B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B42211-E934-FF7C-8DD2-BCF35B26D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7" y="2173183"/>
            <a:ext cx="2819430" cy="36941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857227-53AD-63BF-0A2C-561F5E05E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889" y="2229718"/>
            <a:ext cx="5062805" cy="19588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3E5F12-03B5-B480-618F-DAD1E9A36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606" y="4257676"/>
            <a:ext cx="5134088" cy="173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46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1B0E4-86AB-F556-52FB-546651AC4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Gear ratio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37F448-7BA1-B960-32B9-E7D4041544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5568" y="3903406"/>
                <a:ext cx="10168128" cy="226879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 i="0">
                    <a:solidFill>
                      <a:srgbClr val="393939"/>
                    </a:solidFill>
                    <a:effectLst/>
                    <a:latin typeface="+mj-lt"/>
                  </a:rPr>
                  <a:t>Safety</a:t>
                </a:r>
                <a:r>
                  <a:rPr lang="en-US">
                    <a:solidFill>
                      <a:srgbClr val="393939"/>
                    </a:solidFill>
                    <a:latin typeface="+mj-lt"/>
                  </a:rPr>
                  <a:t> coefficient: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endParaRPr lang="en-US">
                  <a:latin typeface="+mj-lt"/>
                </a:endParaRPr>
              </a:p>
              <a:p>
                <a:pPr marL="0" indent="0">
                  <a:buNone/>
                </a:pPr>
                <a:endParaRPr lang="en-US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>
                    <a:latin typeface="+mj-lt"/>
                  </a:rPr>
                  <a:t>Gear ratio:     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endParaRPr lang="en-US">
                  <a:latin typeface="+mj-lt"/>
                </a:endParaRPr>
              </a:p>
              <a:p>
                <a:pPr marL="0" indent="0">
                  <a:buNone/>
                </a:pPr>
                <a:endParaRPr lang="en-US" b="0" i="0">
                  <a:solidFill>
                    <a:srgbClr val="393939"/>
                  </a:solidFill>
                  <a:effectLst/>
                  <a:latin typeface="+mj-lt"/>
                </a:endParaRPr>
              </a:p>
              <a:p>
                <a:pPr marL="0" indent="0">
                  <a:buNone/>
                </a:pPr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37F448-7BA1-B960-32B9-E7D4041544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5568" y="3903406"/>
                <a:ext cx="10168128" cy="2268793"/>
              </a:xfrm>
              <a:blipFill>
                <a:blip r:embed="rId2"/>
                <a:stretch>
                  <a:fillRect l="-1199" t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299B6-3A03-15C1-3EE1-33A6B6331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9</a:t>
            </a:fld>
            <a:endParaRPr lang="en-US"/>
          </a:p>
        </p:txBody>
      </p:sp>
      <p:pic>
        <p:nvPicPr>
          <p:cNvPr id="1028" name="Picture 4" descr="Introduction to Gears &amp; Gear Ratios">
            <a:extLst>
              <a:ext uri="{FF2B5EF4-FFF2-40B4-BE49-F238E27FC236}">
                <a16:creationId xmlns:a16="http://schemas.microsoft.com/office/drawing/2014/main" id="{38583B6D-8A8A-4CDF-7280-4986D3DFD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0655" y="2478024"/>
            <a:ext cx="4411345" cy="2893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41E07CB2-1B37-E153-6C9E-80A7D96A0F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4937380"/>
                  </p:ext>
                </p:extLst>
              </p:nvPr>
            </p:nvGraphicFramePr>
            <p:xfrm>
              <a:off x="773471" y="2389534"/>
              <a:ext cx="6807198" cy="11201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3833">
                      <a:extLst>
                        <a:ext uri="{9D8B030D-6E8A-4147-A177-3AD203B41FA5}">
                          <a16:colId xmlns:a16="http://schemas.microsoft.com/office/drawing/2014/main" val="2842357574"/>
                        </a:ext>
                      </a:extLst>
                    </a:gridCol>
                    <a:gridCol w="2860838">
                      <a:extLst>
                        <a:ext uri="{9D8B030D-6E8A-4147-A177-3AD203B41FA5}">
                          <a16:colId xmlns:a16="http://schemas.microsoft.com/office/drawing/2014/main" val="125670007"/>
                        </a:ext>
                      </a:extLst>
                    </a:gridCol>
                    <a:gridCol w="2782527">
                      <a:extLst>
                        <a:ext uri="{9D8B030D-6E8A-4147-A177-3AD203B41FA5}">
                          <a16:colId xmlns:a16="http://schemas.microsoft.com/office/drawing/2014/main" val="20368545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Desired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Motor specification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44524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̇"/>
                                  <m:ctrlPr>
                                    <a:rPr lang="en-US" sz="180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𝜃</m:t>
                                  </m:r>
                                </m:e>
                              </m:acc>
                            </m:oMath>
                          </a14:m>
                          <a: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[rad/s]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0.4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>
                              <a:solidFill>
                                <a:schemeClr val="dk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5.23</a:t>
                          </a:r>
                          <a:endPara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52345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 [Nm]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3317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oMath>
                          </a14:m>
                          <a: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0.27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45499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41E07CB2-1B37-E153-6C9E-80A7D96A0F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4937380"/>
                  </p:ext>
                </p:extLst>
              </p:nvPr>
            </p:nvGraphicFramePr>
            <p:xfrm>
              <a:off x="773471" y="2389534"/>
              <a:ext cx="6807198" cy="11201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3833">
                      <a:extLst>
                        <a:ext uri="{9D8B030D-6E8A-4147-A177-3AD203B41FA5}">
                          <a16:colId xmlns:a16="http://schemas.microsoft.com/office/drawing/2014/main" val="2842357574"/>
                        </a:ext>
                      </a:extLst>
                    </a:gridCol>
                    <a:gridCol w="2860838">
                      <a:extLst>
                        <a:ext uri="{9D8B030D-6E8A-4147-A177-3AD203B41FA5}">
                          <a16:colId xmlns:a16="http://schemas.microsoft.com/office/drawing/2014/main" val="125670007"/>
                        </a:ext>
                      </a:extLst>
                    </a:gridCol>
                    <a:gridCol w="2782527">
                      <a:extLst>
                        <a:ext uri="{9D8B030D-6E8A-4147-A177-3AD203B41FA5}">
                          <a16:colId xmlns:a16="http://schemas.microsoft.com/office/drawing/2014/main" val="20368545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Desired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Motor specification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4452410"/>
                      </a:ext>
                    </a:extLst>
                  </a:tr>
                  <a:tr h="3784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24" t="-106349" r="-487435" b="-1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851" t="-106349" r="-98085" b="-1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>
                              <a:solidFill>
                                <a:schemeClr val="dk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5.23</a:t>
                          </a:r>
                          <a:endPara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52345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 [Nm]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851" t="-213115" r="-98085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0.27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45499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14868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466BB-E0F8-8201-C6A9-167F0B2D7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Robot arm modelling</a:t>
            </a:r>
          </a:p>
        </p:txBody>
      </p:sp>
      <p:pic>
        <p:nvPicPr>
          <p:cNvPr id="7" name="Content Placeholder 6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8B4422A5-4011-7980-314D-4588E73E94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846" y="2627596"/>
            <a:ext cx="4471240" cy="1934008"/>
          </a:xfrm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4FF3A-30E1-98F3-1A0E-B85508A7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920F15-FFFF-4E59-8CF0-B07D6A12F483}"/>
              </a:ext>
            </a:extLst>
          </p:cNvPr>
          <p:cNvSpPr txBox="1"/>
          <p:nvPr/>
        </p:nvSpPr>
        <p:spPr>
          <a:xfrm>
            <a:off x="377851" y="2160049"/>
            <a:ext cx="3948545" cy="3819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D-H parameters for the UR3e robot</a:t>
            </a:r>
          </a:p>
        </p:txBody>
      </p:sp>
      <p:pic>
        <p:nvPicPr>
          <p:cNvPr id="9" name="Picture 8" descr="A number of numbers on a white background&#10;&#10;Description automatically generated">
            <a:extLst>
              <a:ext uri="{FF2B5EF4-FFF2-40B4-BE49-F238E27FC236}">
                <a16:creationId xmlns:a16="http://schemas.microsoft.com/office/drawing/2014/main" id="{681566E9-2977-F5CB-AB49-AD26FDABF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348" y="2569388"/>
            <a:ext cx="2118644" cy="938332"/>
          </a:xfrm>
          <a:prstGeom prst="rect">
            <a:avLst/>
          </a:prstGeom>
          <a:ln>
            <a:noFill/>
          </a:ln>
        </p:spPr>
      </p:pic>
      <p:pic>
        <p:nvPicPr>
          <p:cNvPr id="10" name="Picture 9" descr="A math equations with numbers and symbols&#10;&#10;Description automatically generated">
            <a:extLst>
              <a:ext uri="{FF2B5EF4-FFF2-40B4-BE49-F238E27FC236}">
                <a16:creationId xmlns:a16="http://schemas.microsoft.com/office/drawing/2014/main" id="{727D8CE9-EF29-C924-EA63-BD88B79FB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778" y="2516962"/>
            <a:ext cx="3136165" cy="2416043"/>
          </a:xfrm>
          <a:prstGeom prst="rect">
            <a:avLst/>
          </a:prstGeom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F92A3D-1621-AC92-F8D5-54A3273729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776" y="5167807"/>
            <a:ext cx="4477538" cy="792105"/>
          </a:xfrm>
          <a:prstGeom prst="rect">
            <a:avLst/>
          </a:prstGeom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EA09AE-9935-B6A9-4FF0-822E047BC9F7}"/>
              </a:ext>
            </a:extLst>
          </p:cNvPr>
          <p:cNvSpPr txBox="1"/>
          <p:nvPr/>
        </p:nvSpPr>
        <p:spPr>
          <a:xfrm>
            <a:off x="5243376" y="2131428"/>
            <a:ext cx="3948545" cy="3819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Forward pose kinematics</a:t>
            </a:r>
          </a:p>
        </p:txBody>
      </p:sp>
    </p:spTree>
    <p:extLst>
      <p:ext uri="{BB962C8B-B14F-4D97-AF65-F5344CB8AC3E}">
        <p14:creationId xmlns:p14="http://schemas.microsoft.com/office/powerpoint/2010/main" val="1362304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EDC95-C3FE-C53C-29B9-B63B37AB4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Statics of the robot arm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0DF5D-05B4-06CA-6651-523752016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11</a:t>
            </a:fld>
            <a:endParaRPr lang="en-US"/>
          </a:p>
        </p:txBody>
      </p:sp>
      <p:pic>
        <p:nvPicPr>
          <p:cNvPr id="7" name="Picture 6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6454A430-DABF-1EE7-C721-8B69D0474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42" y="2420675"/>
            <a:ext cx="2966225" cy="1583319"/>
          </a:xfrm>
          <a:prstGeom prst="rect">
            <a:avLst/>
          </a:prstGeom>
          <a:ln>
            <a:noFill/>
          </a:ln>
        </p:spPr>
      </p:pic>
      <p:pic>
        <p:nvPicPr>
          <p:cNvPr id="10" name="Picture 9" descr="A black text with a plus and a number&#10;&#10;Description automatically generated">
            <a:extLst>
              <a:ext uri="{FF2B5EF4-FFF2-40B4-BE49-F238E27FC236}">
                <a16:creationId xmlns:a16="http://schemas.microsoft.com/office/drawing/2014/main" id="{420C2496-B755-44B7-2514-6E7B25585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23061"/>
            <a:ext cx="4528635" cy="345391"/>
          </a:xfrm>
          <a:prstGeom prst="rect">
            <a:avLst/>
          </a:prstGeom>
          <a:ln>
            <a:noFill/>
          </a:ln>
        </p:spPr>
      </p:pic>
      <p:pic>
        <p:nvPicPr>
          <p:cNvPr id="11" name="Picture 10" descr="A math equations with numbers and symbols&#10;&#10;Description automatically generated">
            <a:extLst>
              <a:ext uri="{FF2B5EF4-FFF2-40B4-BE49-F238E27FC236}">
                <a16:creationId xmlns:a16="http://schemas.microsoft.com/office/drawing/2014/main" id="{7CEFB6ED-CFE4-A918-1F1F-9DD472630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20" y="2879183"/>
            <a:ext cx="1951619" cy="1458952"/>
          </a:xfrm>
          <a:prstGeom prst="rect">
            <a:avLst/>
          </a:prstGeom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C1094D-B341-052D-15DB-1F894837933C}"/>
              </a:ext>
            </a:extLst>
          </p:cNvPr>
          <p:cNvSpPr txBox="1"/>
          <p:nvPr/>
        </p:nvSpPr>
        <p:spPr>
          <a:xfrm>
            <a:off x="700048" y="2081561"/>
            <a:ext cx="488175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u="sng"/>
              <a:t>Mass and </a:t>
            </a:r>
            <a:r>
              <a:rPr lang="en-US" sz="1600" u="sng" err="1"/>
              <a:t>CoM</a:t>
            </a:r>
            <a:r>
              <a:rPr lang="en-US" sz="1600" u="sng"/>
              <a:t> locations (from UR documentation)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6DD8CD-77D8-0C7B-E73B-BBD227544B32}"/>
              </a:ext>
            </a:extLst>
          </p:cNvPr>
          <p:cNvSpPr txBox="1"/>
          <p:nvPr/>
        </p:nvSpPr>
        <p:spPr>
          <a:xfrm>
            <a:off x="6095998" y="2081560"/>
            <a:ext cx="488175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u="sng"/>
              <a:t>Potential energy of the system</a:t>
            </a:r>
            <a:endParaRPr lang="en-US" u="sng"/>
          </a:p>
        </p:txBody>
      </p:sp>
      <p:pic>
        <p:nvPicPr>
          <p:cNvPr id="15" name="Picture 14" descr="A math problem with numbers and symbols&#10;&#10;Description automatically generated">
            <a:extLst>
              <a:ext uri="{FF2B5EF4-FFF2-40B4-BE49-F238E27FC236}">
                <a16:creationId xmlns:a16="http://schemas.microsoft.com/office/drawing/2014/main" id="{CB5F3E75-E1E9-1E9F-4DB1-61212D7079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2194" y="4671985"/>
            <a:ext cx="7204926" cy="1336418"/>
          </a:xfrm>
          <a:prstGeom prst="rect">
            <a:avLst/>
          </a:prstGeom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824866B-0C36-893C-07A8-1537A8676743}"/>
              </a:ext>
            </a:extLst>
          </p:cNvPr>
          <p:cNvSpPr txBox="1"/>
          <p:nvPr/>
        </p:nvSpPr>
        <p:spPr>
          <a:xfrm>
            <a:off x="594729" y="5172925"/>
            <a:ext cx="197005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Torque at the joints​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DD32A6B-AEDF-634D-D926-ECBD0F112555}"/>
              </a:ext>
            </a:extLst>
          </p:cNvPr>
          <p:cNvSpPr/>
          <p:nvPr/>
        </p:nvSpPr>
        <p:spPr>
          <a:xfrm>
            <a:off x="2670097" y="5222488"/>
            <a:ext cx="892097" cy="2354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81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466BB-E0F8-8201-C6A9-167F0B2D7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Motion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11C63-A24E-A508-0D5F-9AA8104B9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568" y="2029789"/>
            <a:ext cx="10549128" cy="41424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2 Fixtures used </a:t>
            </a:r>
            <a:endParaRPr lang="en-US" dirty="0"/>
          </a:p>
          <a:p>
            <a:r>
              <a:rPr lang="en-US" dirty="0"/>
              <a:t>Python Package Used – RTDE (Real Time Data Exchange)</a:t>
            </a:r>
          </a:p>
          <a:p>
            <a:r>
              <a:rPr lang="en-US" dirty="0">
                <a:ea typeface="+mn-lt"/>
                <a:cs typeface="+mn-lt"/>
              </a:rPr>
              <a:t>Key Commands used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 err="1">
                <a:ea typeface="+mn-lt"/>
                <a:cs typeface="+mn-lt"/>
              </a:rPr>
              <a:t>getActualQ</a:t>
            </a:r>
            <a:r>
              <a:rPr lang="en-US" dirty="0">
                <a:ea typeface="+mn-lt"/>
                <a:cs typeface="+mn-lt"/>
              </a:rPr>
              <a:t>()  -  Returns actual joint positions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 err="1">
                <a:ea typeface="+mn-lt"/>
                <a:cs typeface="+mn-lt"/>
              </a:rPr>
              <a:t>moveJ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dirty="0" err="1">
                <a:ea typeface="+mn-lt"/>
                <a:cs typeface="+mn-lt"/>
              </a:rPr>
              <a:t>q,v,a</a:t>
            </a:r>
            <a:r>
              <a:rPr lang="en-US" dirty="0">
                <a:ea typeface="+mn-lt"/>
                <a:cs typeface="+mn-lt"/>
              </a:rPr>
              <a:t>)  -  Move to each joint position specified in a path</a:t>
            </a:r>
          </a:p>
          <a:p>
            <a:pPr marL="1371600" lvl="3" indent="0">
              <a:buNone/>
            </a:pPr>
            <a:endParaRPr lang="en-US">
              <a:ea typeface="+mn-lt"/>
              <a:cs typeface="+mn-lt"/>
            </a:endParaRPr>
          </a:p>
          <a:p>
            <a:pPr marL="1371600" lvl="3" indent="0">
              <a:buNone/>
            </a:pPr>
            <a:endParaRPr lang="en-US">
              <a:ea typeface="+mn-lt"/>
              <a:cs typeface="+mn-lt"/>
            </a:endParaRPr>
          </a:p>
          <a:p>
            <a:pPr marL="1371600" lvl="3" indent="0">
              <a:buNone/>
            </a:pPr>
            <a:r>
              <a:rPr lang="en-US" dirty="0">
                <a:ea typeface="+mn-lt"/>
                <a:cs typeface="+mn-lt"/>
              </a:rPr>
              <a:t>'v'= velocity</a:t>
            </a:r>
          </a:p>
          <a:p>
            <a:pPr marL="1371600" lvl="3" indent="0">
              <a:buNone/>
            </a:pPr>
            <a:r>
              <a:rPr lang="en-US" dirty="0">
                <a:ea typeface="+mn-lt"/>
                <a:cs typeface="+mn-lt"/>
              </a:rPr>
              <a:t>'a'=acceleration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4FF3A-30E1-98F3-1A0E-B85508A7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373DE3-9743-C379-F640-C3F3029DF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905" y="4706471"/>
            <a:ext cx="35242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076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D1AF-E10C-6216-EB22-496BB24F8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1257" y="436940"/>
            <a:ext cx="4462272" cy="827353"/>
          </a:xfrm>
        </p:spPr>
        <p:txBody>
          <a:bodyPr>
            <a:normAutofit/>
          </a:bodyPr>
          <a:lstStyle/>
          <a:p>
            <a:r>
              <a:rPr lang="en-US" sz="4000"/>
              <a:t>VIDEO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E8A6A-13A5-3E5B-4423-C4989B6F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ED3E1A-E305-BD80-8521-A0654219FBD1}"/>
              </a:ext>
            </a:extLst>
          </p:cNvPr>
          <p:cNvSpPr txBox="1"/>
          <p:nvPr/>
        </p:nvSpPr>
        <p:spPr>
          <a:xfrm>
            <a:off x="4033406" y="3243060"/>
            <a:ext cx="36290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hlinkClick r:id="rId2"/>
              </a:rPr>
              <a:t>Assembly Video FINAL.mp4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38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9141924" cy="31729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ea typeface="+mj-lt"/>
                <a:cs typeface="+mj-lt"/>
              </a:rPr>
              <a:t>Sensors used for the robot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Aanand, Alessandro, Vilma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FD875A-095B-BF62-A481-91215F97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401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3ED32-E57B-DB46-D89D-E3C4DD1BF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anchor="ctr">
            <a:normAutofit/>
          </a:bodyPr>
          <a:lstStyle/>
          <a:p>
            <a:r>
              <a:rPr lang="en-US"/>
              <a:t>Strain Gauge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1EB6F-FBD1-04A0-9F17-399115456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5980" y="1973759"/>
            <a:ext cx="7246171" cy="36941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Quarter bridge configuration</a:t>
            </a:r>
          </a:p>
          <a:p>
            <a:r>
              <a:rPr lang="en-US"/>
              <a:t>GF=2.08     Gauge resistance=120 ohms</a:t>
            </a:r>
          </a:p>
          <a:p>
            <a:r>
              <a:rPr lang="en-US"/>
              <a:t>DAQ used – NI 9237 / 9944 (for the WS bridge)</a:t>
            </a:r>
          </a:p>
          <a:p>
            <a:r>
              <a:rPr lang="en-US"/>
              <a:t>Realtime data monitoring – LabVIEW</a:t>
            </a:r>
          </a:p>
          <a:p>
            <a:r>
              <a:rPr lang="en-US"/>
              <a:t>Strain recorded – 1.1516 x 10</a:t>
            </a:r>
            <a:r>
              <a:rPr lang="en-US" baseline="30000"/>
              <a:t>-4</a:t>
            </a:r>
          </a:p>
          <a:p>
            <a:endParaRPr lang="en-US"/>
          </a:p>
        </p:txBody>
      </p:sp>
      <p:pic>
        <p:nvPicPr>
          <p:cNvPr id="7" name="Picture 6" descr="A black object with wires&#10;&#10;Description automatically generated">
            <a:extLst>
              <a:ext uri="{FF2B5EF4-FFF2-40B4-BE49-F238E27FC236}">
                <a16:creationId xmlns:a16="http://schemas.microsoft.com/office/drawing/2014/main" id="{1CDA6C36-644E-F229-86BE-CE79AA2D7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4353" y="2309936"/>
            <a:ext cx="2770632" cy="3694176"/>
          </a:xfrm>
          <a:prstGeom prst="rect">
            <a:avLst/>
          </a:prstGeom>
          <a:noFill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5C990-0490-9A29-A84D-3D8CFC0CA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 dirty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78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D69F9-DC90-7165-D24C-65BAFF1D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Torque sensor</a:t>
            </a:r>
          </a:p>
        </p:txBody>
      </p:sp>
      <p:pic>
        <p:nvPicPr>
          <p:cNvPr id="9" name="Content Placeholder 8" descr="A black and blue machine&#10;&#10;Description automatically generated">
            <a:extLst>
              <a:ext uri="{FF2B5EF4-FFF2-40B4-BE49-F238E27FC236}">
                <a16:creationId xmlns:a16="http://schemas.microsoft.com/office/drawing/2014/main" id="{B93D0636-7EC8-E59D-77C3-05B00986B8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162187" y="1954611"/>
            <a:ext cx="5499817" cy="3303661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D3AE1-1712-C2D5-DEEC-EB8042D8A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16</a:t>
            </a:fld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F6AC81CF-80D4-F7E9-9E5F-24DA505AC5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236779"/>
            <a:ext cx="3072581" cy="3072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3679907-35F9-5CA0-A021-CA10637B192B}"/>
                  </a:ext>
                </a:extLst>
              </p:cNvPr>
              <p:cNvSpPr txBox="1"/>
              <p:nvPr/>
            </p:nvSpPr>
            <p:spPr>
              <a:xfrm>
                <a:off x="515818" y="4189552"/>
                <a:ext cx="8127741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When the marble is gripped:</a:t>
                </a:r>
              </a:p>
              <a:p>
                <a:pPr algn="ctr"/>
                <a:r>
                  <a:rPr lang="en-US" sz="240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[0.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m:rPr>
                        <m:nor/>
                      </m:rPr>
                      <a: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0.0, 0.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m:rPr>
                        <m:nor/>
                      </m:rPr>
                      <a: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0.0, 0.2, 0.1]</m:t>
                    </m:r>
                  </m:oMath>
                </a14:m>
                <a:endParaRPr lang="en-US" sz="240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/>
                  <a:t>When the marble is not gripped: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[0.1, 2.8, 1.</m:t>
                      </m:r>
                      <m:r>
                        <m:rPr>
                          <m:nor/>
                        </m:rPr>
                        <a:rPr lang="en-US" sz="2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0.</m:t>
                      </m:r>
                      <m:r>
                        <m:rPr>
                          <m:nor/>
                        </m:rPr>
                        <a:rPr lang="en-US" sz="2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−0.</m:t>
                      </m:r>
                      <m:r>
                        <m:rPr>
                          <m:nor/>
                        </m:rPr>
                        <a:rPr lang="en-US" sz="2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0.1]</m:t>
                      </m:r>
                    </m:oMath>
                  </m:oMathPara>
                </a14:m>
                <a:endParaRPr lang="en-US" sz="240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3679907-35F9-5CA0-A021-CA10637B1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18" y="4189552"/>
                <a:ext cx="8127741" cy="1938992"/>
              </a:xfrm>
              <a:prstGeom prst="rect">
                <a:avLst/>
              </a:prstGeom>
              <a:blipFill>
                <a:blip r:embed="rId3"/>
                <a:stretch>
                  <a:fillRect l="-675" t="-1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60F4756-6131-8B5A-39AA-7538FE9E8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303996"/>
              </p:ext>
            </p:extLst>
          </p:nvPr>
        </p:nvGraphicFramePr>
        <p:xfrm>
          <a:off x="1115568" y="2416734"/>
          <a:ext cx="6714624" cy="1478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357312">
                  <a:extLst>
                    <a:ext uri="{9D8B030D-6E8A-4147-A177-3AD203B41FA5}">
                      <a16:colId xmlns:a16="http://schemas.microsoft.com/office/drawing/2014/main" val="3489343897"/>
                    </a:ext>
                  </a:extLst>
                </a:gridCol>
                <a:gridCol w="3357312">
                  <a:extLst>
                    <a:ext uri="{9D8B030D-6E8A-4147-A177-3AD203B41FA5}">
                      <a16:colId xmlns:a16="http://schemas.microsoft.com/office/drawing/2014/main" val="2897987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Torque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Torque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125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± 10.0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383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± 0.1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59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± 0.1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862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879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1A66B-A579-5F5E-D0ED-4EDC566C6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Ultrasonic sensor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794E2-C00D-8E8A-D03D-F62BF8825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00" y="2478024"/>
            <a:ext cx="8907120" cy="369417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HC-SR04 </a:t>
            </a:r>
          </a:p>
          <a:p>
            <a:r>
              <a:rPr lang="en-US">
                <a:ea typeface="+mn-lt"/>
                <a:cs typeface="+mn-lt"/>
              </a:rPr>
              <a:t>Detect the open and close position of the gripper</a:t>
            </a:r>
          </a:p>
          <a:p>
            <a:r>
              <a:rPr lang="en-US"/>
              <a:t>Measures </a:t>
            </a:r>
            <a:r>
              <a:rPr lang="en-US">
                <a:ea typeface="+mn-lt"/>
                <a:cs typeface="+mn-lt"/>
              </a:rPr>
              <a:t>time for </a:t>
            </a:r>
            <a:r>
              <a:rPr lang="en-US" b="1">
                <a:ea typeface="+mn-lt"/>
                <a:cs typeface="+mn-lt"/>
              </a:rPr>
              <a:t>ultrasonic waves </a:t>
            </a:r>
            <a:r>
              <a:rPr lang="en-US">
                <a:ea typeface="+mn-lt"/>
                <a:cs typeface="+mn-lt"/>
              </a:rPr>
              <a:t>to reflect</a:t>
            </a:r>
          </a:p>
          <a:p>
            <a:r>
              <a:rPr lang="en-US">
                <a:ea typeface="+mn-lt"/>
                <a:cs typeface="+mn-lt"/>
              </a:rPr>
              <a:t>Determine whether the gripper is: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Fully open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Fully closed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In an intermediate state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1EE59-B8C4-22B7-E2D2-3B41F508B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17</a:t>
            </a:fld>
            <a:endParaRPr lang="en-US"/>
          </a:p>
        </p:txBody>
      </p:sp>
      <p:pic>
        <p:nvPicPr>
          <p:cNvPr id="7" name="Picture 6" descr="A machine with wires connected to a circuit board&#10;&#10;Description automatically generated">
            <a:extLst>
              <a:ext uri="{FF2B5EF4-FFF2-40B4-BE49-F238E27FC236}">
                <a16:creationId xmlns:a16="http://schemas.microsoft.com/office/drawing/2014/main" id="{DC6F9D81-97C5-16A5-AEE6-B8881F16D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0229" y="2477898"/>
            <a:ext cx="2382415" cy="366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574523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D3F8455-2DC3-4EBB-B5FC-7A965EAAAD11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416</Words>
  <Application>Microsoft Office PowerPoint</Application>
  <PresentationFormat>Widescreen</PresentationFormat>
  <Paragraphs>104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AccentBoxVTI</vt:lpstr>
      <vt:lpstr>Robotic Assembly of Trophy</vt:lpstr>
      <vt:lpstr>PowerPoint Presentation</vt:lpstr>
      <vt:lpstr>Contact pressure &amp; forces</vt:lpstr>
      <vt:lpstr>Gripper statics </vt:lpstr>
      <vt:lpstr>Gripper design</vt:lpstr>
      <vt:lpstr>Gripper design</vt:lpstr>
      <vt:lpstr>FEM</vt:lpstr>
      <vt:lpstr>Motor selection</vt:lpstr>
      <vt:lpstr>Gear ratio</vt:lpstr>
      <vt:lpstr>Robot arm modelling</vt:lpstr>
      <vt:lpstr>Statics of the robot arm</vt:lpstr>
      <vt:lpstr>Motion planning</vt:lpstr>
      <vt:lpstr>VIDEO</vt:lpstr>
      <vt:lpstr>Sensors used for the robot</vt:lpstr>
      <vt:lpstr>Strain Gauge</vt:lpstr>
      <vt:lpstr>Torque sensor</vt:lpstr>
      <vt:lpstr>Ultrasonic sensor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Alessandro Gorla</cp:lastModifiedBy>
  <cp:revision>11</cp:revision>
  <dcterms:created xsi:type="dcterms:W3CDTF">2024-12-23T10:28:49Z</dcterms:created>
  <dcterms:modified xsi:type="dcterms:W3CDTF">2025-01-16T22:14:29Z</dcterms:modified>
</cp:coreProperties>
</file>