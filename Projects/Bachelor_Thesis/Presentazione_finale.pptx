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  <p:sldMasterId id="2147483648" r:id="rId2"/>
    <p:sldMasterId id="2147483675" r:id="rId3"/>
  </p:sldMasterIdLst>
  <p:notesMasterIdLst>
    <p:notesMasterId r:id="rId20"/>
  </p:notesMasterIdLst>
  <p:sldIdLst>
    <p:sldId id="257" r:id="rId4"/>
    <p:sldId id="264" r:id="rId5"/>
    <p:sldId id="259" r:id="rId6"/>
    <p:sldId id="260" r:id="rId7"/>
    <p:sldId id="263" r:id="rId8"/>
    <p:sldId id="262" r:id="rId9"/>
    <p:sldId id="268" r:id="rId10"/>
    <p:sldId id="267" r:id="rId11"/>
    <p:sldId id="266" r:id="rId12"/>
    <p:sldId id="274" r:id="rId13"/>
    <p:sldId id="273" r:id="rId14"/>
    <p:sldId id="272" r:id="rId15"/>
    <p:sldId id="271" r:id="rId16"/>
    <p:sldId id="270" r:id="rId17"/>
    <p:sldId id="269" r:id="rId18"/>
    <p:sldId id="275" r:id="rId1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8F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C9CBEC-1484-AF70-38C3-988CB531D47B}" v="5" dt="2023-09-10T16:52:12.294"/>
    <p1510:client id="{DCBB13E5-6DA6-0925-CE6A-3AC58FCDBC0A}" v="633" dt="2023-09-11T13:41:13.393"/>
    <p1510:client id="{FB168C31-B849-C4F8-9A84-66D0CB1E200D}" v="704" dt="2023-09-10T15:54:07.5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microsoft.com/office/2015/10/relationships/revisionInfo" Target="revisionInfo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Galenda" userId="S::10707919@polimi.it::22e35549-73f8-4826-bf99-9a8540db5c88" providerId="AD" clId="Web-{DCBB13E5-6DA6-0925-CE6A-3AC58FCDBC0A}"/>
    <pc:docChg chg="addSld delSld modSld addMainMaster">
      <pc:chgData name="Andrea Galenda" userId="S::10707919@polimi.it::22e35549-73f8-4826-bf99-9a8540db5c88" providerId="AD" clId="Web-{DCBB13E5-6DA6-0925-CE6A-3AC58FCDBC0A}" dt="2023-09-11T13:41:11.799" v="547" actId="20577"/>
      <pc:docMkLst>
        <pc:docMk/>
      </pc:docMkLst>
      <pc:sldChg chg="modSp">
        <pc:chgData name="Andrea Galenda" userId="S::10707919@polimi.it::22e35549-73f8-4826-bf99-9a8540db5c88" providerId="AD" clId="Web-{DCBB13E5-6DA6-0925-CE6A-3AC58FCDBC0A}" dt="2023-09-10T18:20:09.651" v="534"/>
        <pc:sldMkLst>
          <pc:docMk/>
          <pc:sldMk cId="0" sldId="257"/>
        </pc:sldMkLst>
        <pc:spChg chg="mod">
          <ac:chgData name="Andrea Galenda" userId="S::10707919@polimi.it::22e35549-73f8-4826-bf99-9a8540db5c88" providerId="AD" clId="Web-{DCBB13E5-6DA6-0925-CE6A-3AC58FCDBC0A}" dt="2023-09-10T18:20:09.651" v="534"/>
          <ac:spMkLst>
            <pc:docMk/>
            <pc:sldMk cId="0" sldId="257"/>
            <ac:spMk id="458" creationId="{00000000-0000-0000-0000-000000000000}"/>
          </ac:spMkLst>
        </pc:spChg>
      </pc:sldChg>
      <pc:sldChg chg="modSp">
        <pc:chgData name="Andrea Galenda" userId="S::10707919@polimi.it::22e35549-73f8-4826-bf99-9a8540db5c88" providerId="AD" clId="Web-{DCBB13E5-6DA6-0925-CE6A-3AC58FCDBC0A}" dt="2023-09-10T18:04:59.981" v="247" actId="20577"/>
        <pc:sldMkLst>
          <pc:docMk/>
          <pc:sldMk cId="0" sldId="259"/>
        </pc:sldMkLst>
        <pc:spChg chg="mod">
          <ac:chgData name="Andrea Galenda" userId="S::10707919@polimi.it::22e35549-73f8-4826-bf99-9a8540db5c88" providerId="AD" clId="Web-{DCBB13E5-6DA6-0925-CE6A-3AC58FCDBC0A}" dt="2023-09-10T18:04:59.981" v="247" actId="20577"/>
          <ac:spMkLst>
            <pc:docMk/>
            <pc:sldMk cId="0" sldId="259"/>
            <ac:spMk id="595" creationId="{00000000-0000-0000-0000-000000000000}"/>
          </ac:spMkLst>
        </pc:spChg>
        <pc:spChg chg="mod">
          <ac:chgData name="Andrea Galenda" userId="S::10707919@polimi.it::22e35549-73f8-4826-bf99-9a8540db5c88" providerId="AD" clId="Web-{DCBB13E5-6DA6-0925-CE6A-3AC58FCDBC0A}" dt="2023-09-10T16:56:35.454" v="18" actId="20577"/>
          <ac:spMkLst>
            <pc:docMk/>
            <pc:sldMk cId="0" sldId="259"/>
            <ac:spMk id="596" creationId="{00000000-0000-0000-0000-000000000000}"/>
          </ac:spMkLst>
        </pc:spChg>
      </pc:sldChg>
      <pc:sldChg chg="modSp">
        <pc:chgData name="Andrea Galenda" userId="S::10707919@polimi.it::22e35549-73f8-4826-bf99-9a8540db5c88" providerId="AD" clId="Web-{DCBB13E5-6DA6-0925-CE6A-3AC58FCDBC0A}" dt="2023-09-10T18:40:07.396" v="535" actId="20577"/>
        <pc:sldMkLst>
          <pc:docMk/>
          <pc:sldMk cId="3166677735" sldId="260"/>
        </pc:sldMkLst>
        <pc:spChg chg="mod">
          <ac:chgData name="Andrea Galenda" userId="S::10707919@polimi.it::22e35549-73f8-4826-bf99-9a8540db5c88" providerId="AD" clId="Web-{DCBB13E5-6DA6-0925-CE6A-3AC58FCDBC0A}" dt="2023-09-10T18:04:47.262" v="235" actId="20577"/>
          <ac:spMkLst>
            <pc:docMk/>
            <pc:sldMk cId="3166677735" sldId="260"/>
            <ac:spMk id="2" creationId="{758B91C9-40F6-149B-60E3-2D8808127B59}"/>
          </ac:spMkLst>
        </pc:spChg>
        <pc:spChg chg="mod">
          <ac:chgData name="Andrea Galenda" userId="S::10707919@polimi.it::22e35549-73f8-4826-bf99-9a8540db5c88" providerId="AD" clId="Web-{DCBB13E5-6DA6-0925-CE6A-3AC58FCDBC0A}" dt="2023-09-10T18:40:07.396" v="535" actId="20577"/>
          <ac:spMkLst>
            <pc:docMk/>
            <pc:sldMk cId="3166677735" sldId="260"/>
            <ac:spMk id="3" creationId="{7D29EFA0-5C94-2D7A-B29B-4F9197C21075}"/>
          </ac:spMkLst>
        </pc:spChg>
        <pc:spChg chg="mod">
          <ac:chgData name="Andrea Galenda" userId="S::10707919@polimi.it::22e35549-73f8-4826-bf99-9a8540db5c88" providerId="AD" clId="Web-{DCBB13E5-6DA6-0925-CE6A-3AC58FCDBC0A}" dt="2023-09-10T16:57:14.643" v="21" actId="20577"/>
          <ac:spMkLst>
            <pc:docMk/>
            <pc:sldMk cId="3166677735" sldId="260"/>
            <ac:spMk id="8" creationId="{021D2C94-7AAF-53B6-93D4-F4283F4C89B7}"/>
          </ac:spMkLst>
        </pc:spChg>
      </pc:sldChg>
      <pc:sldChg chg="modSp">
        <pc:chgData name="Andrea Galenda" userId="S::10707919@polimi.it::22e35549-73f8-4826-bf99-9a8540db5c88" providerId="AD" clId="Web-{DCBB13E5-6DA6-0925-CE6A-3AC58FCDBC0A}" dt="2023-09-10T18:04:21.949" v="217" actId="20577"/>
        <pc:sldMkLst>
          <pc:docMk/>
          <pc:sldMk cId="4126542279" sldId="262"/>
        </pc:sldMkLst>
        <pc:spChg chg="mod">
          <ac:chgData name="Andrea Galenda" userId="S::10707919@polimi.it::22e35549-73f8-4826-bf99-9a8540db5c88" providerId="AD" clId="Web-{DCBB13E5-6DA6-0925-CE6A-3AC58FCDBC0A}" dt="2023-09-10T18:04:21.949" v="217" actId="20577"/>
          <ac:spMkLst>
            <pc:docMk/>
            <pc:sldMk cId="4126542279" sldId="262"/>
            <ac:spMk id="2" creationId="{758B91C9-40F6-149B-60E3-2D8808127B59}"/>
          </ac:spMkLst>
        </pc:spChg>
        <pc:spChg chg="mod">
          <ac:chgData name="Andrea Galenda" userId="S::10707919@polimi.it::22e35549-73f8-4826-bf99-9a8540db5c88" providerId="AD" clId="Web-{DCBB13E5-6DA6-0925-CE6A-3AC58FCDBC0A}" dt="2023-09-10T16:59:02.974" v="49" actId="20577"/>
          <ac:spMkLst>
            <pc:docMk/>
            <pc:sldMk cId="4126542279" sldId="262"/>
            <ac:spMk id="3" creationId="{7D29EFA0-5C94-2D7A-B29B-4F9197C21075}"/>
          </ac:spMkLst>
        </pc:spChg>
      </pc:sldChg>
      <pc:sldChg chg="modSp">
        <pc:chgData name="Andrea Galenda" userId="S::10707919@polimi.it::22e35549-73f8-4826-bf99-9a8540db5c88" providerId="AD" clId="Web-{DCBB13E5-6DA6-0925-CE6A-3AC58FCDBC0A}" dt="2023-09-10T18:04:33.808" v="221" actId="20577"/>
        <pc:sldMkLst>
          <pc:docMk/>
          <pc:sldMk cId="164565081" sldId="263"/>
        </pc:sldMkLst>
        <pc:spChg chg="mod">
          <ac:chgData name="Andrea Galenda" userId="S::10707919@polimi.it::22e35549-73f8-4826-bf99-9a8540db5c88" providerId="AD" clId="Web-{DCBB13E5-6DA6-0925-CE6A-3AC58FCDBC0A}" dt="2023-09-10T18:04:33.808" v="221" actId="20577"/>
          <ac:spMkLst>
            <pc:docMk/>
            <pc:sldMk cId="164565081" sldId="263"/>
            <ac:spMk id="2" creationId="{758B91C9-40F6-149B-60E3-2D8808127B59}"/>
          </ac:spMkLst>
        </pc:spChg>
        <pc:spChg chg="mod">
          <ac:chgData name="Andrea Galenda" userId="S::10707919@polimi.it::22e35549-73f8-4826-bf99-9a8540db5c88" providerId="AD" clId="Web-{DCBB13E5-6DA6-0925-CE6A-3AC58FCDBC0A}" dt="2023-09-10T17:02:26.371" v="57" actId="20577"/>
          <ac:spMkLst>
            <pc:docMk/>
            <pc:sldMk cId="164565081" sldId="263"/>
            <ac:spMk id="3" creationId="{7D29EFA0-5C94-2D7A-B29B-4F9197C21075}"/>
          </ac:spMkLst>
        </pc:spChg>
        <pc:picChg chg="mod">
          <ac:chgData name="Andrea Galenda" userId="S::10707919@polimi.it::22e35549-73f8-4826-bf99-9a8540db5c88" providerId="AD" clId="Web-{DCBB13E5-6DA6-0925-CE6A-3AC58FCDBC0A}" dt="2023-09-10T16:58:45.505" v="47" actId="1076"/>
          <ac:picMkLst>
            <pc:docMk/>
            <pc:sldMk cId="164565081" sldId="263"/>
            <ac:picMk id="4" creationId="{8330EA08-C987-48B3-1E77-84A355F02A2C}"/>
          </ac:picMkLst>
        </pc:picChg>
      </pc:sldChg>
      <pc:sldChg chg="modSp del">
        <pc:chgData name="Andrea Galenda" userId="S::10707919@polimi.it::22e35549-73f8-4826-bf99-9a8540db5c88" providerId="AD" clId="Web-{DCBB13E5-6DA6-0925-CE6A-3AC58FCDBC0A}" dt="2023-09-11T13:39:39.061" v="536"/>
        <pc:sldMkLst>
          <pc:docMk/>
          <pc:sldMk cId="2376343740" sldId="265"/>
        </pc:sldMkLst>
        <pc:spChg chg="mod">
          <ac:chgData name="Andrea Galenda" userId="S::10707919@polimi.it::22e35549-73f8-4826-bf99-9a8540db5c88" providerId="AD" clId="Web-{DCBB13E5-6DA6-0925-CE6A-3AC58FCDBC0A}" dt="2023-09-10T18:01:56.944" v="180" actId="20577"/>
          <ac:spMkLst>
            <pc:docMk/>
            <pc:sldMk cId="2376343740" sldId="265"/>
            <ac:spMk id="2" creationId="{00000000-0000-0000-0000-000000000000}"/>
          </ac:spMkLst>
        </pc:spChg>
        <pc:spChg chg="mod">
          <ac:chgData name="Andrea Galenda" userId="S::10707919@polimi.it::22e35549-73f8-4826-bf99-9a8540db5c88" providerId="AD" clId="Web-{DCBB13E5-6DA6-0925-CE6A-3AC58FCDBC0A}" dt="2023-09-10T17:00:21.274" v="53" actId="20577"/>
          <ac:spMkLst>
            <pc:docMk/>
            <pc:sldMk cId="2376343740" sldId="265"/>
            <ac:spMk id="3" creationId="{00000000-0000-0000-0000-000000000000}"/>
          </ac:spMkLst>
        </pc:spChg>
      </pc:sldChg>
      <pc:sldChg chg="modSp">
        <pc:chgData name="Andrea Galenda" userId="S::10707919@polimi.it::22e35549-73f8-4826-bf99-9a8540db5c88" providerId="AD" clId="Web-{DCBB13E5-6DA6-0925-CE6A-3AC58FCDBC0A}" dt="2023-09-10T18:03:39.775" v="205" actId="20577"/>
        <pc:sldMkLst>
          <pc:docMk/>
          <pc:sldMk cId="466856926" sldId="266"/>
        </pc:sldMkLst>
        <pc:spChg chg="mod">
          <ac:chgData name="Andrea Galenda" userId="S::10707919@polimi.it::22e35549-73f8-4826-bf99-9a8540db5c88" providerId="AD" clId="Web-{DCBB13E5-6DA6-0925-CE6A-3AC58FCDBC0A}" dt="2023-09-10T18:03:39.775" v="205" actId="20577"/>
          <ac:spMkLst>
            <pc:docMk/>
            <pc:sldMk cId="466856926" sldId="266"/>
            <ac:spMk id="2" creationId="{00000000-0000-0000-0000-000000000000}"/>
          </ac:spMkLst>
        </pc:spChg>
        <pc:spChg chg="mod">
          <ac:chgData name="Andrea Galenda" userId="S::10707919@polimi.it::22e35549-73f8-4826-bf99-9a8540db5c88" providerId="AD" clId="Web-{DCBB13E5-6DA6-0925-CE6A-3AC58FCDBC0A}" dt="2023-09-10T16:56:03.109" v="17" actId="20577"/>
          <ac:spMkLst>
            <pc:docMk/>
            <pc:sldMk cId="466856926" sldId="266"/>
            <ac:spMk id="3" creationId="{F4CDB886-56FA-A14F-89AE-74FE65C70A7D}"/>
          </ac:spMkLst>
        </pc:spChg>
      </pc:sldChg>
      <pc:sldChg chg="modSp">
        <pc:chgData name="Andrea Galenda" userId="S::10707919@polimi.it::22e35549-73f8-4826-bf99-9a8540db5c88" providerId="AD" clId="Web-{DCBB13E5-6DA6-0925-CE6A-3AC58FCDBC0A}" dt="2023-09-10T18:03:13.790" v="195" actId="20577"/>
        <pc:sldMkLst>
          <pc:docMk/>
          <pc:sldMk cId="2561297408" sldId="267"/>
        </pc:sldMkLst>
        <pc:spChg chg="mod">
          <ac:chgData name="Andrea Galenda" userId="S::10707919@polimi.it::22e35549-73f8-4826-bf99-9a8540db5c88" providerId="AD" clId="Web-{DCBB13E5-6DA6-0925-CE6A-3AC58FCDBC0A}" dt="2023-09-10T18:03:13.790" v="195" actId="20577"/>
          <ac:spMkLst>
            <pc:docMk/>
            <pc:sldMk cId="2561297408" sldId="267"/>
            <ac:spMk id="2" creationId="{00000000-0000-0000-0000-000000000000}"/>
          </ac:spMkLst>
        </pc:spChg>
      </pc:sldChg>
      <pc:sldChg chg="modSp">
        <pc:chgData name="Andrea Galenda" userId="S::10707919@polimi.it::22e35549-73f8-4826-bf99-9a8540db5c88" providerId="AD" clId="Web-{DCBB13E5-6DA6-0925-CE6A-3AC58FCDBC0A}" dt="2023-09-10T18:02:59.868" v="189" actId="20577"/>
        <pc:sldMkLst>
          <pc:docMk/>
          <pc:sldMk cId="1665240899" sldId="268"/>
        </pc:sldMkLst>
        <pc:spChg chg="mod">
          <ac:chgData name="Andrea Galenda" userId="S::10707919@polimi.it::22e35549-73f8-4826-bf99-9a8540db5c88" providerId="AD" clId="Web-{DCBB13E5-6DA6-0925-CE6A-3AC58FCDBC0A}" dt="2023-09-10T18:02:59.868" v="189" actId="20577"/>
          <ac:spMkLst>
            <pc:docMk/>
            <pc:sldMk cId="1665240899" sldId="268"/>
            <ac:spMk id="2" creationId="{00000000-0000-0000-0000-000000000000}"/>
          </ac:spMkLst>
        </pc:spChg>
        <pc:spChg chg="mod">
          <ac:chgData name="Andrea Galenda" userId="S::10707919@polimi.it::22e35549-73f8-4826-bf99-9a8540db5c88" providerId="AD" clId="Web-{DCBB13E5-6DA6-0925-CE6A-3AC58FCDBC0A}" dt="2023-09-10T16:59:27.569" v="51" actId="20577"/>
          <ac:spMkLst>
            <pc:docMk/>
            <pc:sldMk cId="1665240899" sldId="268"/>
            <ac:spMk id="3" creationId="{00000000-0000-0000-0000-000000000000}"/>
          </ac:spMkLst>
        </pc:spChg>
      </pc:sldChg>
      <pc:sldChg chg="addSp delSp modSp add del">
        <pc:chgData name="Andrea Galenda" userId="S::10707919@polimi.it::22e35549-73f8-4826-bf99-9a8540db5c88" providerId="AD" clId="Web-{DCBB13E5-6DA6-0925-CE6A-3AC58FCDBC0A}" dt="2023-09-11T13:41:02.066" v="546" actId="20577"/>
        <pc:sldMkLst>
          <pc:docMk/>
          <pc:sldMk cId="3797667591" sldId="269"/>
        </pc:sldMkLst>
        <pc:spChg chg="add del mod">
          <ac:chgData name="Andrea Galenda" userId="S::10707919@polimi.it::22e35549-73f8-4826-bf99-9a8540db5c88" providerId="AD" clId="Web-{DCBB13E5-6DA6-0925-CE6A-3AC58FCDBC0A}" dt="2023-09-10T18:16:23.597" v="528"/>
          <ac:spMkLst>
            <pc:docMk/>
            <pc:sldMk cId="3797667591" sldId="269"/>
            <ac:spMk id="9" creationId="{5532DFB0-A103-8CFA-6CC9-9BD677D59996}"/>
          </ac:spMkLst>
        </pc:spChg>
        <pc:spChg chg="add mod">
          <ac:chgData name="Andrea Galenda" userId="S::10707919@polimi.it::22e35549-73f8-4826-bf99-9a8540db5c88" providerId="AD" clId="Web-{DCBB13E5-6DA6-0925-CE6A-3AC58FCDBC0A}" dt="2023-09-11T13:41:02.066" v="546" actId="20577"/>
          <ac:spMkLst>
            <pc:docMk/>
            <pc:sldMk cId="3797667591" sldId="269"/>
            <ac:spMk id="12" creationId="{A3F5BDC4-6261-9B81-02B5-4DB00EB8E7EC}"/>
          </ac:spMkLst>
        </pc:spChg>
      </pc:sldChg>
      <pc:sldChg chg="addSp modSp add">
        <pc:chgData name="Andrea Galenda" userId="S::10707919@polimi.it::22e35549-73f8-4826-bf99-9a8540db5c88" providerId="AD" clId="Web-{DCBB13E5-6DA6-0925-CE6A-3AC58FCDBC0A}" dt="2023-09-11T13:40:50.095" v="544" actId="20577"/>
        <pc:sldMkLst>
          <pc:docMk/>
          <pc:sldMk cId="101358425" sldId="270"/>
        </pc:sldMkLst>
        <pc:spChg chg="mod">
          <ac:chgData name="Andrea Galenda" userId="S::10707919@polimi.it::22e35549-73f8-4826-bf99-9a8540db5c88" providerId="AD" clId="Web-{DCBB13E5-6DA6-0925-CE6A-3AC58FCDBC0A}" dt="2023-09-10T17:00:47.368" v="54" actId="1076"/>
          <ac:spMkLst>
            <pc:docMk/>
            <pc:sldMk cId="101358425" sldId="270"/>
            <ac:spMk id="3" creationId="{6A1E6B47-E550-BBA7-F882-6AD0301397EF}"/>
          </ac:spMkLst>
        </pc:spChg>
        <pc:spChg chg="add mod">
          <ac:chgData name="Andrea Galenda" userId="S::10707919@polimi.it::22e35549-73f8-4826-bf99-9a8540db5c88" providerId="AD" clId="Web-{DCBB13E5-6DA6-0925-CE6A-3AC58FCDBC0A}" dt="2023-09-11T13:40:50.095" v="544" actId="20577"/>
          <ac:spMkLst>
            <pc:docMk/>
            <pc:sldMk cId="101358425" sldId="270"/>
            <ac:spMk id="8" creationId="{8970790F-3C1B-0C62-CB3C-E9A04D47A8DE}"/>
          </ac:spMkLst>
        </pc:spChg>
        <pc:picChg chg="mod">
          <ac:chgData name="Andrea Galenda" userId="S::10707919@polimi.it::22e35549-73f8-4826-bf99-9a8540db5c88" providerId="AD" clId="Web-{DCBB13E5-6DA6-0925-CE6A-3AC58FCDBC0A}" dt="2023-09-10T17:00:53.806" v="55" actId="1076"/>
          <ac:picMkLst>
            <pc:docMk/>
            <pc:sldMk cId="101358425" sldId="270"/>
            <ac:picMk id="4" creationId="{8FE6FFD0-3EBC-2A2B-A900-D42E9628C0AC}"/>
          </ac:picMkLst>
        </pc:picChg>
        <pc:picChg chg="mod">
          <ac:chgData name="Andrea Galenda" userId="S::10707919@polimi.it::22e35549-73f8-4826-bf99-9a8540db5c88" providerId="AD" clId="Web-{DCBB13E5-6DA6-0925-CE6A-3AC58FCDBC0A}" dt="2023-09-10T17:00:53.900" v="56" actId="1076"/>
          <ac:picMkLst>
            <pc:docMk/>
            <pc:sldMk cId="101358425" sldId="270"/>
            <ac:picMk id="5" creationId="{1E8910B7-7BC4-C9C4-B51F-E48E47AF82DA}"/>
          </ac:picMkLst>
        </pc:picChg>
      </pc:sldChg>
      <pc:sldChg chg="addSp modSp add">
        <pc:chgData name="Andrea Galenda" userId="S::10707919@polimi.it::22e35549-73f8-4826-bf99-9a8540db5c88" providerId="AD" clId="Web-{DCBB13E5-6DA6-0925-CE6A-3AC58FCDBC0A}" dt="2023-09-11T13:40:40.970" v="543" actId="20577"/>
        <pc:sldMkLst>
          <pc:docMk/>
          <pc:sldMk cId="3262406764" sldId="271"/>
        </pc:sldMkLst>
        <pc:spChg chg="add mod">
          <ac:chgData name="Andrea Galenda" userId="S::10707919@polimi.it::22e35549-73f8-4826-bf99-9a8540db5c88" providerId="AD" clId="Web-{DCBB13E5-6DA6-0925-CE6A-3AC58FCDBC0A}" dt="2023-09-11T13:40:40.970" v="543" actId="20577"/>
          <ac:spMkLst>
            <pc:docMk/>
            <pc:sldMk cId="3262406764" sldId="271"/>
            <ac:spMk id="5" creationId="{FBF63AE7-ACDB-0D67-6828-8CB0BDD166C2}"/>
          </ac:spMkLst>
        </pc:spChg>
      </pc:sldChg>
      <pc:sldChg chg="addSp modSp add">
        <pc:chgData name="Andrea Galenda" userId="S::10707919@polimi.it::22e35549-73f8-4826-bf99-9a8540db5c88" providerId="AD" clId="Web-{DCBB13E5-6DA6-0925-CE6A-3AC58FCDBC0A}" dt="2023-09-11T13:40:30.469" v="542" actId="20577"/>
        <pc:sldMkLst>
          <pc:docMk/>
          <pc:sldMk cId="3803952677" sldId="272"/>
        </pc:sldMkLst>
        <pc:spChg chg="add mod">
          <ac:chgData name="Andrea Galenda" userId="S::10707919@polimi.it::22e35549-73f8-4826-bf99-9a8540db5c88" providerId="AD" clId="Web-{DCBB13E5-6DA6-0925-CE6A-3AC58FCDBC0A}" dt="2023-09-11T13:40:30.469" v="542" actId="20577"/>
          <ac:spMkLst>
            <pc:docMk/>
            <pc:sldMk cId="3803952677" sldId="272"/>
            <ac:spMk id="12" creationId="{8E99381E-7361-E1C3-5F07-73FDB9AC16B3}"/>
          </ac:spMkLst>
        </pc:spChg>
        <pc:spChg chg="mod">
          <ac:chgData name="Andrea Galenda" userId="S::10707919@polimi.it::22e35549-73f8-4826-bf99-9a8540db5c88" providerId="AD" clId="Web-{DCBB13E5-6DA6-0925-CE6A-3AC58FCDBC0A}" dt="2023-09-10T17:04:45.923" v="91" actId="20577"/>
          <ac:spMkLst>
            <pc:docMk/>
            <pc:sldMk cId="3803952677" sldId="272"/>
            <ac:spMk id="17" creationId="{D93D56BF-13C4-113E-0632-DE68302DFD49}"/>
          </ac:spMkLst>
        </pc:spChg>
      </pc:sldChg>
      <pc:sldChg chg="modSp add del">
        <pc:chgData name="Andrea Galenda" userId="S::10707919@polimi.it::22e35549-73f8-4826-bf99-9a8540db5c88" providerId="AD" clId="Web-{DCBB13E5-6DA6-0925-CE6A-3AC58FCDBC0A}" dt="2023-09-10T17:59:21.454" v="133"/>
        <pc:sldMkLst>
          <pc:docMk/>
          <pc:sldMk cId="516660452" sldId="273"/>
        </pc:sldMkLst>
        <pc:spChg chg="mod">
          <ac:chgData name="Andrea Galenda" userId="S::10707919@polimi.it::22e35549-73f8-4826-bf99-9a8540db5c88" providerId="AD" clId="Web-{DCBB13E5-6DA6-0925-CE6A-3AC58FCDBC0A}" dt="2023-09-10T17:59:08.673" v="132"/>
          <ac:spMkLst>
            <pc:docMk/>
            <pc:sldMk cId="516660452" sldId="273"/>
            <ac:spMk id="130" creationId="{00000000-0000-0000-0000-000000000000}"/>
          </ac:spMkLst>
        </pc:spChg>
      </pc:sldChg>
      <pc:sldChg chg="addSp delSp modSp add">
        <pc:chgData name="Andrea Galenda" userId="S::10707919@polimi.it::22e35549-73f8-4826-bf99-9a8540db5c88" providerId="AD" clId="Web-{DCBB13E5-6DA6-0925-CE6A-3AC58FCDBC0A}" dt="2023-09-11T13:40:10.937" v="541" actId="20577"/>
        <pc:sldMkLst>
          <pc:docMk/>
          <pc:sldMk cId="1312077990" sldId="273"/>
        </pc:sldMkLst>
        <pc:spChg chg="mod">
          <ac:chgData name="Andrea Galenda" userId="S::10707919@polimi.it::22e35549-73f8-4826-bf99-9a8540db5c88" providerId="AD" clId="Web-{DCBB13E5-6DA6-0925-CE6A-3AC58FCDBC0A}" dt="2023-09-10T18:00:52.332" v="156" actId="20577"/>
          <ac:spMkLst>
            <pc:docMk/>
            <pc:sldMk cId="1312077990" sldId="273"/>
            <ac:spMk id="2" creationId="{750A04F4-1797-6098-A7D0-BB61D4B7A893}"/>
          </ac:spMkLst>
        </pc:spChg>
        <pc:spChg chg="mod">
          <ac:chgData name="Andrea Galenda" userId="S::10707919@polimi.it::22e35549-73f8-4826-bf99-9a8540db5c88" providerId="AD" clId="Web-{DCBB13E5-6DA6-0925-CE6A-3AC58FCDBC0A}" dt="2023-09-10T18:01:22.568" v="166" actId="20577"/>
          <ac:spMkLst>
            <pc:docMk/>
            <pc:sldMk cId="1312077990" sldId="273"/>
            <ac:spMk id="3" creationId="{BFB9ED90-C957-EE36-46DF-33C229019038}"/>
          </ac:spMkLst>
        </pc:spChg>
        <pc:spChg chg="add">
          <ac:chgData name="Andrea Galenda" userId="S::10707919@polimi.it::22e35549-73f8-4826-bf99-9a8540db5c88" providerId="AD" clId="Web-{DCBB13E5-6DA6-0925-CE6A-3AC58FCDBC0A}" dt="2023-09-10T18:05:18.091" v="250"/>
          <ac:spMkLst>
            <pc:docMk/>
            <pc:sldMk cId="1312077990" sldId="273"/>
            <ac:spMk id="7" creationId="{6FD55457-352D-DE53-D60F-53EFE40A15FC}"/>
          </ac:spMkLst>
        </pc:spChg>
        <pc:spChg chg="add del mod">
          <ac:chgData name="Andrea Galenda" userId="S::10707919@polimi.it::22e35549-73f8-4826-bf99-9a8540db5c88" providerId="AD" clId="Web-{DCBB13E5-6DA6-0925-CE6A-3AC58FCDBC0A}" dt="2023-09-11T13:40:10.937" v="541" actId="20577"/>
          <ac:spMkLst>
            <pc:docMk/>
            <pc:sldMk cId="1312077990" sldId="273"/>
            <ac:spMk id="9" creationId="{CAB226DD-3AEB-3380-9637-E6FE5E4616A2}"/>
          </ac:spMkLst>
        </pc:spChg>
      </pc:sldChg>
      <pc:sldChg chg="addSp modSp add">
        <pc:chgData name="Andrea Galenda" userId="S::10707919@polimi.it::22e35549-73f8-4826-bf99-9a8540db5c88" providerId="AD" clId="Web-{DCBB13E5-6DA6-0925-CE6A-3AC58FCDBC0A}" dt="2023-09-11T13:39:50.967" v="538" actId="20577"/>
        <pc:sldMkLst>
          <pc:docMk/>
          <pc:sldMk cId="1601154905" sldId="274"/>
        </pc:sldMkLst>
        <pc:spChg chg="mod">
          <ac:chgData name="Andrea Galenda" userId="S::10707919@polimi.it::22e35549-73f8-4826-bf99-9a8540db5c88" providerId="AD" clId="Web-{DCBB13E5-6DA6-0925-CE6A-3AC58FCDBC0A}" dt="2023-09-10T18:00:11.112" v="142" actId="20577"/>
          <ac:spMkLst>
            <pc:docMk/>
            <pc:sldMk cId="1601154905" sldId="274"/>
            <ac:spMk id="2" creationId="{00000000-0000-0000-0000-000000000000}"/>
          </ac:spMkLst>
        </pc:spChg>
        <pc:spChg chg="mod">
          <ac:chgData name="Andrea Galenda" userId="S::10707919@polimi.it::22e35549-73f8-4826-bf99-9a8540db5c88" providerId="AD" clId="Web-{DCBB13E5-6DA6-0925-CE6A-3AC58FCDBC0A}" dt="2023-09-10T18:00:34.582" v="149" actId="20577"/>
          <ac:spMkLst>
            <pc:docMk/>
            <pc:sldMk cId="1601154905" sldId="274"/>
            <ac:spMk id="3" creationId="{00000000-0000-0000-0000-000000000000}"/>
          </ac:spMkLst>
        </pc:spChg>
        <pc:spChg chg="add">
          <ac:chgData name="Andrea Galenda" userId="S::10707919@polimi.it::22e35549-73f8-4826-bf99-9a8540db5c88" providerId="AD" clId="Web-{DCBB13E5-6DA6-0925-CE6A-3AC58FCDBC0A}" dt="2023-09-10T18:05:16.122" v="248"/>
          <ac:spMkLst>
            <pc:docMk/>
            <pc:sldMk cId="1601154905" sldId="274"/>
            <ac:spMk id="6" creationId="{EE6D533E-5DB1-7CD8-1436-08487902F537}"/>
          </ac:spMkLst>
        </pc:spChg>
        <pc:spChg chg="add mod">
          <ac:chgData name="Andrea Galenda" userId="S::10707919@polimi.it::22e35549-73f8-4826-bf99-9a8540db5c88" providerId="AD" clId="Web-{DCBB13E5-6DA6-0925-CE6A-3AC58FCDBC0A}" dt="2023-09-11T13:39:50.967" v="538" actId="20577"/>
          <ac:spMkLst>
            <pc:docMk/>
            <pc:sldMk cId="1601154905" sldId="274"/>
            <ac:spMk id="8" creationId="{5E95E6D3-31B2-4028-4D1B-FB8C389172F0}"/>
          </ac:spMkLst>
        </pc:spChg>
      </pc:sldChg>
      <pc:sldChg chg="addSp delSp modSp new">
        <pc:chgData name="Andrea Galenda" userId="S::10707919@polimi.it::22e35549-73f8-4826-bf99-9a8540db5c88" providerId="AD" clId="Web-{DCBB13E5-6DA6-0925-CE6A-3AC58FCDBC0A}" dt="2023-09-11T13:41:11.799" v="547" actId="20577"/>
        <pc:sldMkLst>
          <pc:docMk/>
          <pc:sldMk cId="3871315632" sldId="275"/>
        </pc:sldMkLst>
        <pc:spChg chg="mod">
          <ac:chgData name="Andrea Galenda" userId="S::10707919@polimi.it::22e35549-73f8-4826-bf99-9a8540db5c88" providerId="AD" clId="Web-{DCBB13E5-6DA6-0925-CE6A-3AC58FCDBC0A}" dt="2023-09-10T18:05:59.295" v="263" actId="20577"/>
          <ac:spMkLst>
            <pc:docMk/>
            <pc:sldMk cId="3871315632" sldId="275"/>
            <ac:spMk id="2" creationId="{39615612-5C5A-E692-BDFD-A9739EAC9639}"/>
          </ac:spMkLst>
        </pc:spChg>
        <pc:spChg chg="mod">
          <ac:chgData name="Andrea Galenda" userId="S::10707919@polimi.it::22e35549-73f8-4826-bf99-9a8540db5c88" providerId="AD" clId="Web-{DCBB13E5-6DA6-0925-CE6A-3AC58FCDBC0A}" dt="2023-09-10T18:12:16.636" v="513" actId="20577"/>
          <ac:spMkLst>
            <pc:docMk/>
            <pc:sldMk cId="3871315632" sldId="275"/>
            <ac:spMk id="3" creationId="{9BDF922F-2779-3898-9A69-C182952676E8}"/>
          </ac:spMkLst>
        </pc:spChg>
        <pc:spChg chg="add">
          <ac:chgData name="Andrea Galenda" userId="S::10707919@polimi.it::22e35549-73f8-4826-bf99-9a8540db5c88" providerId="AD" clId="Web-{DCBB13E5-6DA6-0925-CE6A-3AC58FCDBC0A}" dt="2023-09-10T18:05:50.655" v="257"/>
          <ac:spMkLst>
            <pc:docMk/>
            <pc:sldMk cId="3871315632" sldId="275"/>
            <ac:spMk id="5" creationId="{AF84D065-CDCF-8B94-206B-BD0F56333C1D}"/>
          </ac:spMkLst>
        </pc:spChg>
        <pc:spChg chg="add del mod">
          <ac:chgData name="Andrea Galenda" userId="S::10707919@polimi.it::22e35549-73f8-4826-bf99-9a8540db5c88" providerId="AD" clId="Web-{DCBB13E5-6DA6-0925-CE6A-3AC58FCDBC0A}" dt="2023-09-10T18:16:10.597" v="525"/>
          <ac:spMkLst>
            <pc:docMk/>
            <pc:sldMk cId="3871315632" sldId="275"/>
            <ac:spMk id="7" creationId="{B1657946-A0FF-6BEE-7CB2-7FCCAE15570A}"/>
          </ac:spMkLst>
        </pc:spChg>
        <pc:spChg chg="add mod">
          <ac:chgData name="Andrea Galenda" userId="S::10707919@polimi.it::22e35549-73f8-4826-bf99-9a8540db5c88" providerId="AD" clId="Web-{DCBB13E5-6DA6-0925-CE6A-3AC58FCDBC0A}" dt="2023-09-11T13:41:11.799" v="547" actId="20577"/>
          <ac:spMkLst>
            <pc:docMk/>
            <pc:sldMk cId="3871315632" sldId="275"/>
            <ac:spMk id="8" creationId="{77246F36-1B49-2586-175C-C15C355029A5}"/>
          </ac:spMkLst>
        </pc:spChg>
      </pc:sldChg>
      <pc:sldMasterChg chg="add addSldLayout">
        <pc:chgData name="Andrea Galenda" userId="S::10707919@polimi.it::22e35549-73f8-4826-bf99-9a8540db5c88" providerId="AD" clId="Web-{DCBB13E5-6DA6-0925-CE6A-3AC58FCDBC0A}" dt="2023-09-10T16:54:37.778" v="0"/>
        <pc:sldMasterMkLst>
          <pc:docMk/>
          <pc:sldMasterMk cId="1119611595" sldId="2147483675"/>
        </pc:sldMasterMkLst>
        <pc:sldLayoutChg chg="add">
          <pc:chgData name="Andrea Galenda" userId="S::10707919@polimi.it::22e35549-73f8-4826-bf99-9a8540db5c88" providerId="AD" clId="Web-{DCBB13E5-6DA6-0925-CE6A-3AC58FCDBC0A}" dt="2023-09-10T16:54:37.778" v="0"/>
          <pc:sldLayoutMkLst>
            <pc:docMk/>
            <pc:sldMasterMk cId="1119611595" sldId="2147483675"/>
            <pc:sldLayoutMk cId="514812613" sldId="2147483676"/>
          </pc:sldLayoutMkLst>
        </pc:sldLayoutChg>
        <pc:sldLayoutChg chg="add">
          <pc:chgData name="Andrea Galenda" userId="S::10707919@polimi.it::22e35549-73f8-4826-bf99-9a8540db5c88" providerId="AD" clId="Web-{DCBB13E5-6DA6-0925-CE6A-3AC58FCDBC0A}" dt="2023-09-10T16:54:37.778" v="0"/>
          <pc:sldLayoutMkLst>
            <pc:docMk/>
            <pc:sldMasterMk cId="1119611595" sldId="2147483675"/>
            <pc:sldLayoutMk cId="1258886870" sldId="2147483677"/>
          </pc:sldLayoutMkLst>
        </pc:sldLayoutChg>
        <pc:sldLayoutChg chg="add">
          <pc:chgData name="Andrea Galenda" userId="S::10707919@polimi.it::22e35549-73f8-4826-bf99-9a8540db5c88" providerId="AD" clId="Web-{DCBB13E5-6DA6-0925-CE6A-3AC58FCDBC0A}" dt="2023-09-10T16:54:37.778" v="0"/>
          <pc:sldLayoutMkLst>
            <pc:docMk/>
            <pc:sldMasterMk cId="1119611595" sldId="2147483675"/>
            <pc:sldLayoutMk cId="1961922152" sldId="2147483678"/>
          </pc:sldLayoutMkLst>
        </pc:sldLayoutChg>
        <pc:sldLayoutChg chg="add">
          <pc:chgData name="Andrea Galenda" userId="S::10707919@polimi.it::22e35549-73f8-4826-bf99-9a8540db5c88" providerId="AD" clId="Web-{DCBB13E5-6DA6-0925-CE6A-3AC58FCDBC0A}" dt="2023-09-10T16:54:37.778" v="0"/>
          <pc:sldLayoutMkLst>
            <pc:docMk/>
            <pc:sldMasterMk cId="1119611595" sldId="2147483675"/>
            <pc:sldLayoutMk cId="2306006083" sldId="2147483679"/>
          </pc:sldLayoutMkLst>
        </pc:sldLayoutChg>
        <pc:sldLayoutChg chg="add">
          <pc:chgData name="Andrea Galenda" userId="S::10707919@polimi.it::22e35549-73f8-4826-bf99-9a8540db5c88" providerId="AD" clId="Web-{DCBB13E5-6DA6-0925-CE6A-3AC58FCDBC0A}" dt="2023-09-10T16:54:37.778" v="0"/>
          <pc:sldLayoutMkLst>
            <pc:docMk/>
            <pc:sldMasterMk cId="1119611595" sldId="2147483675"/>
            <pc:sldLayoutMk cId="840953296" sldId="2147483680"/>
          </pc:sldLayoutMkLst>
        </pc:sldLayoutChg>
        <pc:sldLayoutChg chg="add">
          <pc:chgData name="Andrea Galenda" userId="S::10707919@polimi.it::22e35549-73f8-4826-bf99-9a8540db5c88" providerId="AD" clId="Web-{DCBB13E5-6DA6-0925-CE6A-3AC58FCDBC0A}" dt="2023-09-10T16:54:37.778" v="0"/>
          <pc:sldLayoutMkLst>
            <pc:docMk/>
            <pc:sldMasterMk cId="1119611595" sldId="2147483675"/>
            <pc:sldLayoutMk cId="3478442127" sldId="2147483681"/>
          </pc:sldLayoutMkLst>
        </pc:sldLayoutChg>
        <pc:sldLayoutChg chg="add">
          <pc:chgData name="Andrea Galenda" userId="S::10707919@polimi.it::22e35549-73f8-4826-bf99-9a8540db5c88" providerId="AD" clId="Web-{DCBB13E5-6DA6-0925-CE6A-3AC58FCDBC0A}" dt="2023-09-10T16:54:37.778" v="0"/>
          <pc:sldLayoutMkLst>
            <pc:docMk/>
            <pc:sldMasterMk cId="1119611595" sldId="2147483675"/>
            <pc:sldLayoutMk cId="1925977776" sldId="2147483682"/>
          </pc:sldLayoutMkLst>
        </pc:sldLayoutChg>
        <pc:sldLayoutChg chg="add">
          <pc:chgData name="Andrea Galenda" userId="S::10707919@polimi.it::22e35549-73f8-4826-bf99-9a8540db5c88" providerId="AD" clId="Web-{DCBB13E5-6DA6-0925-CE6A-3AC58FCDBC0A}" dt="2023-09-10T16:54:37.778" v="0"/>
          <pc:sldLayoutMkLst>
            <pc:docMk/>
            <pc:sldMasterMk cId="1119611595" sldId="2147483675"/>
            <pc:sldLayoutMk cId="3867585786" sldId="2147483683"/>
          </pc:sldLayoutMkLst>
        </pc:sldLayoutChg>
        <pc:sldLayoutChg chg="add">
          <pc:chgData name="Andrea Galenda" userId="S::10707919@polimi.it::22e35549-73f8-4826-bf99-9a8540db5c88" providerId="AD" clId="Web-{DCBB13E5-6DA6-0925-CE6A-3AC58FCDBC0A}" dt="2023-09-10T16:54:37.778" v="0"/>
          <pc:sldLayoutMkLst>
            <pc:docMk/>
            <pc:sldMasterMk cId="1119611595" sldId="2147483675"/>
            <pc:sldLayoutMk cId="2548063847" sldId="2147483684"/>
          </pc:sldLayoutMkLst>
        </pc:sldLayoutChg>
        <pc:sldLayoutChg chg="add">
          <pc:chgData name="Andrea Galenda" userId="S::10707919@polimi.it::22e35549-73f8-4826-bf99-9a8540db5c88" providerId="AD" clId="Web-{DCBB13E5-6DA6-0925-CE6A-3AC58FCDBC0A}" dt="2023-09-10T16:54:37.778" v="0"/>
          <pc:sldLayoutMkLst>
            <pc:docMk/>
            <pc:sldMasterMk cId="1119611595" sldId="2147483675"/>
            <pc:sldLayoutMk cId="1191555412" sldId="2147483685"/>
          </pc:sldLayoutMkLst>
        </pc:sldLayoutChg>
        <pc:sldLayoutChg chg="add">
          <pc:chgData name="Andrea Galenda" userId="S::10707919@polimi.it::22e35549-73f8-4826-bf99-9a8540db5c88" providerId="AD" clId="Web-{DCBB13E5-6DA6-0925-CE6A-3AC58FCDBC0A}" dt="2023-09-10T16:54:37.778" v="0"/>
          <pc:sldLayoutMkLst>
            <pc:docMk/>
            <pc:sldMasterMk cId="1119611595" sldId="2147483675"/>
            <pc:sldLayoutMk cId="283366979" sldId="2147483686"/>
          </pc:sldLayoutMkLst>
        </pc:sldLayoutChg>
      </pc:sldMasterChg>
    </pc:docChg>
  </pc:docChgLst>
  <pc:docChgLst>
    <pc:chgData name="Andrea Galenda" userId="S::10707919@polimi.it::22e35549-73f8-4826-bf99-9a8540db5c88" providerId="AD" clId="Web-{D3C9CBEC-1484-AF70-38C3-988CB531D47B}"/>
    <pc:docChg chg="addSld delSld addMainMaster modMainMaster">
      <pc:chgData name="Andrea Galenda" userId="S::10707919@polimi.it::22e35549-73f8-4826-bf99-9a8540db5c88" providerId="AD" clId="Web-{D3C9CBEC-1484-AF70-38C3-988CB531D47B}" dt="2023-09-10T16:52:12.294" v="4"/>
      <pc:docMkLst>
        <pc:docMk/>
      </pc:docMkLst>
      <pc:sldChg chg="del">
        <pc:chgData name="Andrea Galenda" userId="S::10707919@polimi.it::22e35549-73f8-4826-bf99-9a8540db5c88" providerId="AD" clId="Web-{D3C9CBEC-1484-AF70-38C3-988CB531D47B}" dt="2023-09-10T16:51:54.419" v="0"/>
        <pc:sldMkLst>
          <pc:docMk/>
          <pc:sldMk cId="0" sldId="256"/>
        </pc:sldMkLst>
      </pc:sldChg>
      <pc:sldChg chg="add">
        <pc:chgData name="Andrea Galenda" userId="S::10707919@polimi.it::22e35549-73f8-4826-bf99-9a8540db5c88" providerId="AD" clId="Web-{D3C9CBEC-1484-AF70-38C3-988CB531D47B}" dt="2023-09-10T16:52:11.747" v="1"/>
        <pc:sldMkLst>
          <pc:docMk/>
          <pc:sldMk cId="2376343740" sldId="265"/>
        </pc:sldMkLst>
      </pc:sldChg>
      <pc:sldChg chg="add">
        <pc:chgData name="Andrea Galenda" userId="S::10707919@polimi.it::22e35549-73f8-4826-bf99-9a8540db5c88" providerId="AD" clId="Web-{D3C9CBEC-1484-AF70-38C3-988CB531D47B}" dt="2023-09-10T16:52:11.919" v="2"/>
        <pc:sldMkLst>
          <pc:docMk/>
          <pc:sldMk cId="466856926" sldId="266"/>
        </pc:sldMkLst>
      </pc:sldChg>
      <pc:sldChg chg="add">
        <pc:chgData name="Andrea Galenda" userId="S::10707919@polimi.it::22e35549-73f8-4826-bf99-9a8540db5c88" providerId="AD" clId="Web-{D3C9CBEC-1484-AF70-38C3-988CB531D47B}" dt="2023-09-10T16:52:12.107" v="3"/>
        <pc:sldMkLst>
          <pc:docMk/>
          <pc:sldMk cId="2561297408" sldId="267"/>
        </pc:sldMkLst>
      </pc:sldChg>
      <pc:sldChg chg="add">
        <pc:chgData name="Andrea Galenda" userId="S::10707919@polimi.it::22e35549-73f8-4826-bf99-9a8540db5c88" providerId="AD" clId="Web-{D3C9CBEC-1484-AF70-38C3-988CB531D47B}" dt="2023-09-10T16:52:12.294" v="4"/>
        <pc:sldMkLst>
          <pc:docMk/>
          <pc:sldMk cId="1665240899" sldId="268"/>
        </pc:sldMkLst>
      </pc:sldChg>
      <pc:sldMasterChg chg="add addSldLayout">
        <pc:chgData name="Andrea Galenda" userId="S::10707919@polimi.it::22e35549-73f8-4826-bf99-9a8540db5c88" providerId="AD" clId="Web-{D3C9CBEC-1484-AF70-38C3-988CB531D47B}" dt="2023-09-10T16:52:11.747" v="1"/>
        <pc:sldMasterMkLst>
          <pc:docMk/>
          <pc:sldMasterMk cId="1119611595" sldId="2147483648"/>
        </pc:sldMasterMkLst>
        <pc:sldLayoutChg chg="add">
          <pc:chgData name="Andrea Galenda" userId="S::10707919@polimi.it::22e35549-73f8-4826-bf99-9a8540db5c88" providerId="AD" clId="Web-{D3C9CBEC-1484-AF70-38C3-988CB531D47B}" dt="2023-09-10T16:52:11.747" v="1"/>
          <pc:sldLayoutMkLst>
            <pc:docMk/>
            <pc:sldMasterMk cId="1119611595" sldId="2147483648"/>
            <pc:sldLayoutMk cId="514812613" sldId="2147483649"/>
          </pc:sldLayoutMkLst>
        </pc:sldLayoutChg>
        <pc:sldLayoutChg chg="add">
          <pc:chgData name="Andrea Galenda" userId="S::10707919@polimi.it::22e35549-73f8-4826-bf99-9a8540db5c88" providerId="AD" clId="Web-{D3C9CBEC-1484-AF70-38C3-988CB531D47B}" dt="2023-09-10T16:52:11.747" v="1"/>
          <pc:sldLayoutMkLst>
            <pc:docMk/>
            <pc:sldMasterMk cId="1119611595" sldId="2147483648"/>
            <pc:sldLayoutMk cId="1258886870" sldId="2147483650"/>
          </pc:sldLayoutMkLst>
        </pc:sldLayoutChg>
        <pc:sldLayoutChg chg="add">
          <pc:chgData name="Andrea Galenda" userId="S::10707919@polimi.it::22e35549-73f8-4826-bf99-9a8540db5c88" providerId="AD" clId="Web-{D3C9CBEC-1484-AF70-38C3-988CB531D47B}" dt="2023-09-10T16:52:11.747" v="1"/>
          <pc:sldLayoutMkLst>
            <pc:docMk/>
            <pc:sldMasterMk cId="1119611595" sldId="2147483648"/>
            <pc:sldLayoutMk cId="1961922152" sldId="2147483651"/>
          </pc:sldLayoutMkLst>
        </pc:sldLayoutChg>
        <pc:sldLayoutChg chg="add">
          <pc:chgData name="Andrea Galenda" userId="S::10707919@polimi.it::22e35549-73f8-4826-bf99-9a8540db5c88" providerId="AD" clId="Web-{D3C9CBEC-1484-AF70-38C3-988CB531D47B}" dt="2023-09-10T16:52:11.747" v="1"/>
          <pc:sldLayoutMkLst>
            <pc:docMk/>
            <pc:sldMasterMk cId="1119611595" sldId="2147483648"/>
            <pc:sldLayoutMk cId="2306006083" sldId="2147483652"/>
          </pc:sldLayoutMkLst>
        </pc:sldLayoutChg>
        <pc:sldLayoutChg chg="add">
          <pc:chgData name="Andrea Galenda" userId="S::10707919@polimi.it::22e35549-73f8-4826-bf99-9a8540db5c88" providerId="AD" clId="Web-{D3C9CBEC-1484-AF70-38C3-988CB531D47B}" dt="2023-09-10T16:52:11.747" v="1"/>
          <pc:sldLayoutMkLst>
            <pc:docMk/>
            <pc:sldMasterMk cId="1119611595" sldId="2147483648"/>
            <pc:sldLayoutMk cId="840953296" sldId="2147483653"/>
          </pc:sldLayoutMkLst>
        </pc:sldLayoutChg>
        <pc:sldLayoutChg chg="add">
          <pc:chgData name="Andrea Galenda" userId="S::10707919@polimi.it::22e35549-73f8-4826-bf99-9a8540db5c88" providerId="AD" clId="Web-{D3C9CBEC-1484-AF70-38C3-988CB531D47B}" dt="2023-09-10T16:52:11.747" v="1"/>
          <pc:sldLayoutMkLst>
            <pc:docMk/>
            <pc:sldMasterMk cId="1119611595" sldId="2147483648"/>
            <pc:sldLayoutMk cId="3478442127" sldId="2147483654"/>
          </pc:sldLayoutMkLst>
        </pc:sldLayoutChg>
        <pc:sldLayoutChg chg="add">
          <pc:chgData name="Andrea Galenda" userId="S::10707919@polimi.it::22e35549-73f8-4826-bf99-9a8540db5c88" providerId="AD" clId="Web-{D3C9CBEC-1484-AF70-38C3-988CB531D47B}" dt="2023-09-10T16:52:11.747" v="1"/>
          <pc:sldLayoutMkLst>
            <pc:docMk/>
            <pc:sldMasterMk cId="1119611595" sldId="2147483648"/>
            <pc:sldLayoutMk cId="1925977776" sldId="2147483655"/>
          </pc:sldLayoutMkLst>
        </pc:sldLayoutChg>
        <pc:sldLayoutChg chg="add">
          <pc:chgData name="Andrea Galenda" userId="S::10707919@polimi.it::22e35549-73f8-4826-bf99-9a8540db5c88" providerId="AD" clId="Web-{D3C9CBEC-1484-AF70-38C3-988CB531D47B}" dt="2023-09-10T16:52:11.747" v="1"/>
          <pc:sldLayoutMkLst>
            <pc:docMk/>
            <pc:sldMasterMk cId="1119611595" sldId="2147483648"/>
            <pc:sldLayoutMk cId="3867585786" sldId="2147483656"/>
          </pc:sldLayoutMkLst>
        </pc:sldLayoutChg>
        <pc:sldLayoutChg chg="add">
          <pc:chgData name="Andrea Galenda" userId="S::10707919@polimi.it::22e35549-73f8-4826-bf99-9a8540db5c88" providerId="AD" clId="Web-{D3C9CBEC-1484-AF70-38C3-988CB531D47B}" dt="2023-09-10T16:52:11.747" v="1"/>
          <pc:sldLayoutMkLst>
            <pc:docMk/>
            <pc:sldMasterMk cId="1119611595" sldId="2147483648"/>
            <pc:sldLayoutMk cId="2548063847" sldId="2147483657"/>
          </pc:sldLayoutMkLst>
        </pc:sldLayoutChg>
        <pc:sldLayoutChg chg="add">
          <pc:chgData name="Andrea Galenda" userId="S::10707919@polimi.it::22e35549-73f8-4826-bf99-9a8540db5c88" providerId="AD" clId="Web-{D3C9CBEC-1484-AF70-38C3-988CB531D47B}" dt="2023-09-10T16:52:11.747" v="1"/>
          <pc:sldLayoutMkLst>
            <pc:docMk/>
            <pc:sldMasterMk cId="1119611595" sldId="2147483648"/>
            <pc:sldLayoutMk cId="1191555412" sldId="2147483658"/>
          </pc:sldLayoutMkLst>
        </pc:sldLayoutChg>
        <pc:sldLayoutChg chg="add">
          <pc:chgData name="Andrea Galenda" userId="S::10707919@polimi.it::22e35549-73f8-4826-bf99-9a8540db5c88" providerId="AD" clId="Web-{D3C9CBEC-1484-AF70-38C3-988CB531D47B}" dt="2023-09-10T16:52:11.747" v="1"/>
          <pc:sldLayoutMkLst>
            <pc:docMk/>
            <pc:sldMasterMk cId="1119611595" sldId="2147483648"/>
            <pc:sldLayoutMk cId="283366979" sldId="2147483659"/>
          </pc:sldLayoutMkLst>
        </pc:sldLayoutChg>
        <pc:sldLayoutChg chg="add">
          <pc:chgData name="Andrea Galenda" userId="S::10707919@polimi.it::22e35549-73f8-4826-bf99-9a8540db5c88" providerId="AD" clId="Web-{D3C9CBEC-1484-AF70-38C3-988CB531D47B}" dt="2023-09-10T16:52:11.747" v="1"/>
          <pc:sldLayoutMkLst>
            <pc:docMk/>
            <pc:sldMasterMk cId="1119611595" sldId="2147483648"/>
            <pc:sldLayoutMk cId="1336091779" sldId="2147483660"/>
          </pc:sldLayoutMkLst>
        </pc:sldLayoutChg>
      </pc:sldMasterChg>
      <pc:sldMasterChg chg="modSldLayout">
        <pc:chgData name="Andrea Galenda" userId="S::10707919@polimi.it::22e35549-73f8-4826-bf99-9a8540db5c88" providerId="AD" clId="Web-{D3C9CBEC-1484-AF70-38C3-988CB531D47B}" dt="2023-09-10T16:52:11.747" v="1"/>
        <pc:sldMasterMkLst>
          <pc:docMk/>
          <pc:sldMasterMk cId="0" sldId="2147483661"/>
        </pc:sldMasterMkLst>
        <pc:sldLayoutChg chg="replId">
          <pc:chgData name="Andrea Galenda" userId="S::10707919@polimi.it::22e35549-73f8-4826-bf99-9a8540db5c88" providerId="AD" clId="Web-{D3C9CBEC-1484-AF70-38C3-988CB531D47B}" dt="2023-09-10T16:52:11.747" v="1"/>
          <pc:sldLayoutMkLst>
            <pc:docMk/>
            <pc:sldMasterMk cId="0" sldId="2147483661"/>
            <pc:sldLayoutMk cId="0" sldId="2147483662"/>
          </pc:sldLayoutMkLst>
        </pc:sldLayoutChg>
        <pc:sldLayoutChg chg="replId">
          <pc:chgData name="Andrea Galenda" userId="S::10707919@polimi.it::22e35549-73f8-4826-bf99-9a8540db5c88" providerId="AD" clId="Web-{D3C9CBEC-1484-AF70-38C3-988CB531D47B}" dt="2023-09-10T16:52:11.747" v="1"/>
          <pc:sldLayoutMkLst>
            <pc:docMk/>
            <pc:sldMasterMk cId="0" sldId="2147483661"/>
            <pc:sldLayoutMk cId="0" sldId="2147483663"/>
          </pc:sldLayoutMkLst>
        </pc:sldLayoutChg>
        <pc:sldLayoutChg chg="replId">
          <pc:chgData name="Andrea Galenda" userId="S::10707919@polimi.it::22e35549-73f8-4826-bf99-9a8540db5c88" providerId="AD" clId="Web-{D3C9CBEC-1484-AF70-38C3-988CB531D47B}" dt="2023-09-10T16:52:11.747" v="1"/>
          <pc:sldLayoutMkLst>
            <pc:docMk/>
            <pc:sldMasterMk cId="0" sldId="2147483661"/>
            <pc:sldLayoutMk cId="0" sldId="2147483664"/>
          </pc:sldLayoutMkLst>
        </pc:sldLayoutChg>
        <pc:sldLayoutChg chg="replId">
          <pc:chgData name="Andrea Galenda" userId="S::10707919@polimi.it::22e35549-73f8-4826-bf99-9a8540db5c88" providerId="AD" clId="Web-{D3C9CBEC-1484-AF70-38C3-988CB531D47B}" dt="2023-09-10T16:52:11.747" v="1"/>
          <pc:sldLayoutMkLst>
            <pc:docMk/>
            <pc:sldMasterMk cId="0" sldId="2147483661"/>
            <pc:sldLayoutMk cId="0" sldId="2147483665"/>
          </pc:sldLayoutMkLst>
        </pc:sldLayoutChg>
        <pc:sldLayoutChg chg="replId">
          <pc:chgData name="Andrea Galenda" userId="S::10707919@polimi.it::22e35549-73f8-4826-bf99-9a8540db5c88" providerId="AD" clId="Web-{D3C9CBEC-1484-AF70-38C3-988CB531D47B}" dt="2023-09-10T16:52:11.747" v="1"/>
          <pc:sldLayoutMkLst>
            <pc:docMk/>
            <pc:sldMasterMk cId="0" sldId="2147483661"/>
            <pc:sldLayoutMk cId="0" sldId="2147483666"/>
          </pc:sldLayoutMkLst>
        </pc:sldLayoutChg>
        <pc:sldLayoutChg chg="replId">
          <pc:chgData name="Andrea Galenda" userId="S::10707919@polimi.it::22e35549-73f8-4826-bf99-9a8540db5c88" providerId="AD" clId="Web-{D3C9CBEC-1484-AF70-38C3-988CB531D47B}" dt="2023-09-10T16:52:11.747" v="1"/>
          <pc:sldLayoutMkLst>
            <pc:docMk/>
            <pc:sldMasterMk cId="0" sldId="2147483661"/>
            <pc:sldLayoutMk cId="0" sldId="2147483667"/>
          </pc:sldLayoutMkLst>
        </pc:sldLayoutChg>
        <pc:sldLayoutChg chg="replId">
          <pc:chgData name="Andrea Galenda" userId="S::10707919@polimi.it::22e35549-73f8-4826-bf99-9a8540db5c88" providerId="AD" clId="Web-{D3C9CBEC-1484-AF70-38C3-988CB531D47B}" dt="2023-09-10T16:52:11.747" v="1"/>
          <pc:sldLayoutMkLst>
            <pc:docMk/>
            <pc:sldMasterMk cId="0" sldId="2147483661"/>
            <pc:sldLayoutMk cId="0" sldId="2147483668"/>
          </pc:sldLayoutMkLst>
        </pc:sldLayoutChg>
        <pc:sldLayoutChg chg="replId">
          <pc:chgData name="Andrea Galenda" userId="S::10707919@polimi.it::22e35549-73f8-4826-bf99-9a8540db5c88" providerId="AD" clId="Web-{D3C9CBEC-1484-AF70-38C3-988CB531D47B}" dt="2023-09-10T16:52:11.747" v="1"/>
          <pc:sldLayoutMkLst>
            <pc:docMk/>
            <pc:sldMasterMk cId="0" sldId="2147483661"/>
            <pc:sldLayoutMk cId="0" sldId="2147483669"/>
          </pc:sldLayoutMkLst>
        </pc:sldLayoutChg>
        <pc:sldLayoutChg chg="replId">
          <pc:chgData name="Andrea Galenda" userId="S::10707919@polimi.it::22e35549-73f8-4826-bf99-9a8540db5c88" providerId="AD" clId="Web-{D3C9CBEC-1484-AF70-38C3-988CB531D47B}" dt="2023-09-10T16:52:11.747" v="1"/>
          <pc:sldLayoutMkLst>
            <pc:docMk/>
            <pc:sldMasterMk cId="0" sldId="2147483661"/>
            <pc:sldLayoutMk cId="0" sldId="2147483670"/>
          </pc:sldLayoutMkLst>
        </pc:sldLayoutChg>
        <pc:sldLayoutChg chg="replId">
          <pc:chgData name="Andrea Galenda" userId="S::10707919@polimi.it::22e35549-73f8-4826-bf99-9a8540db5c88" providerId="AD" clId="Web-{D3C9CBEC-1484-AF70-38C3-988CB531D47B}" dt="2023-09-10T16:52:11.747" v="1"/>
          <pc:sldLayoutMkLst>
            <pc:docMk/>
            <pc:sldMasterMk cId="0" sldId="2147483661"/>
            <pc:sldLayoutMk cId="0" sldId="2147483671"/>
          </pc:sldLayoutMkLst>
        </pc:sldLayoutChg>
        <pc:sldLayoutChg chg="replId">
          <pc:chgData name="Andrea Galenda" userId="S::10707919@polimi.it::22e35549-73f8-4826-bf99-9a8540db5c88" providerId="AD" clId="Web-{D3C9CBEC-1484-AF70-38C3-988CB531D47B}" dt="2023-09-10T16:52:11.747" v="1"/>
          <pc:sldLayoutMkLst>
            <pc:docMk/>
            <pc:sldMasterMk cId="0" sldId="2147483661"/>
            <pc:sldLayoutMk cId="0" sldId="2147483672"/>
          </pc:sldLayoutMkLst>
        </pc:sldLayoutChg>
        <pc:sldLayoutChg chg="replId">
          <pc:chgData name="Andrea Galenda" userId="S::10707919@polimi.it::22e35549-73f8-4826-bf99-9a8540db5c88" providerId="AD" clId="Web-{D3C9CBEC-1484-AF70-38C3-988CB531D47B}" dt="2023-09-10T16:52:11.747" v="1"/>
          <pc:sldLayoutMkLst>
            <pc:docMk/>
            <pc:sldMasterMk cId="0" sldId="2147483661"/>
            <pc:sldLayoutMk cId="0" sldId="2147483673"/>
          </pc:sldLayoutMkLst>
        </pc:sldLayoutChg>
        <pc:sldLayoutChg chg="replId">
          <pc:chgData name="Andrea Galenda" userId="S::10707919@polimi.it::22e35549-73f8-4826-bf99-9a8540db5c88" providerId="AD" clId="Web-{D3C9CBEC-1484-AF70-38C3-988CB531D47B}" dt="2023-09-10T16:52:11.747" v="1"/>
          <pc:sldLayoutMkLst>
            <pc:docMk/>
            <pc:sldMasterMk cId="0" sldId="2147483661"/>
            <pc:sldLayoutMk cId="0" sldId="2147483674"/>
          </pc:sldLayoutMkLst>
        </pc:sldLayoutChg>
      </pc:sldMasterChg>
    </pc:docChg>
  </pc:docChgLst>
  <pc:docChgLst>
    <pc:chgData name="Andrea Galenda" userId="22e35549-73f8-4826-bf99-9a8540db5c88" providerId="ADAL" clId="{0CDC6A5B-6865-9047-A8EF-456B9453CC62}"/>
    <pc:docChg chg="custSel modSld">
      <pc:chgData name="Andrea Galenda" userId="22e35549-73f8-4826-bf99-9a8540db5c88" providerId="ADAL" clId="{0CDC6A5B-6865-9047-A8EF-456B9453CC62}" dt="2023-09-11T11:29:24.521" v="45" actId="115"/>
      <pc:docMkLst>
        <pc:docMk/>
      </pc:docMkLst>
      <pc:sldChg chg="modSp">
        <pc:chgData name="Andrea Galenda" userId="22e35549-73f8-4826-bf99-9a8540db5c88" providerId="ADAL" clId="{0CDC6A5B-6865-9047-A8EF-456B9453CC62}" dt="2023-09-11T11:29:24.521" v="45" actId="115"/>
        <pc:sldMkLst>
          <pc:docMk/>
          <pc:sldMk cId="1665240899" sldId="268"/>
        </pc:sldMkLst>
        <pc:spChg chg="mod">
          <ac:chgData name="Andrea Galenda" userId="22e35549-73f8-4826-bf99-9a8540db5c88" providerId="ADAL" clId="{0CDC6A5B-6865-9047-A8EF-456B9453CC62}" dt="2023-09-11T11:29:24.521" v="45" actId="115"/>
          <ac:spMkLst>
            <pc:docMk/>
            <pc:sldMk cId="1665240899" sldId="268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18782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3D037B-A586-4262-BBA9-9ED9F661FF57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346539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34A2F-E857-453E-991C-25279C3B3474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01210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iapositiva titolo">
  <p:cSld name="2_Diapositiva titolo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titolo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/>
          <p:nvPr/>
        </p:nvSpPr>
        <p:spPr>
          <a:xfrm>
            <a:off x="0" y="3832224"/>
            <a:ext cx="9144000" cy="3025775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" name="Google Shape;11;p3"/>
          <p:cNvGrpSpPr/>
          <p:nvPr/>
        </p:nvGrpSpPr>
        <p:grpSpPr>
          <a:xfrm>
            <a:off x="48007" y="3816351"/>
            <a:ext cx="9036647" cy="180000"/>
            <a:chOff x="1218340" y="275867"/>
            <a:chExt cx="17715122" cy="567843"/>
          </a:xfrm>
        </p:grpSpPr>
        <p:cxnSp>
          <p:nvCxnSpPr>
            <p:cNvPr id="12" name="Google Shape;12;p3"/>
            <p:cNvCxnSpPr/>
            <p:nvPr/>
          </p:nvCxnSpPr>
          <p:spPr>
            <a:xfrm>
              <a:off x="121834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" name="Google Shape;13;p3"/>
            <p:cNvCxnSpPr/>
            <p:nvPr/>
          </p:nvCxnSpPr>
          <p:spPr>
            <a:xfrm>
              <a:off x="136720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3"/>
            <p:cNvCxnSpPr/>
            <p:nvPr/>
          </p:nvCxnSpPr>
          <p:spPr>
            <a:xfrm>
              <a:off x="151607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" name="Google Shape;15;p3"/>
            <p:cNvCxnSpPr/>
            <p:nvPr/>
          </p:nvCxnSpPr>
          <p:spPr>
            <a:xfrm>
              <a:off x="166494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" name="Google Shape;16;p3"/>
            <p:cNvCxnSpPr/>
            <p:nvPr/>
          </p:nvCxnSpPr>
          <p:spPr>
            <a:xfrm>
              <a:off x="181380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3"/>
            <p:cNvCxnSpPr/>
            <p:nvPr/>
          </p:nvCxnSpPr>
          <p:spPr>
            <a:xfrm>
              <a:off x="196267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" name="Google Shape;18;p3"/>
            <p:cNvCxnSpPr/>
            <p:nvPr/>
          </p:nvCxnSpPr>
          <p:spPr>
            <a:xfrm>
              <a:off x="211154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" name="Google Shape;19;p3"/>
            <p:cNvCxnSpPr/>
            <p:nvPr/>
          </p:nvCxnSpPr>
          <p:spPr>
            <a:xfrm>
              <a:off x="226040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" name="Google Shape;20;p3"/>
            <p:cNvCxnSpPr/>
            <p:nvPr/>
          </p:nvCxnSpPr>
          <p:spPr>
            <a:xfrm>
              <a:off x="240927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21;p3"/>
            <p:cNvCxnSpPr/>
            <p:nvPr/>
          </p:nvCxnSpPr>
          <p:spPr>
            <a:xfrm>
              <a:off x="255814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22;p3"/>
            <p:cNvCxnSpPr/>
            <p:nvPr/>
          </p:nvCxnSpPr>
          <p:spPr>
            <a:xfrm>
              <a:off x="270701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" name="Google Shape;23;p3"/>
            <p:cNvCxnSpPr/>
            <p:nvPr/>
          </p:nvCxnSpPr>
          <p:spPr>
            <a:xfrm>
              <a:off x="285587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" name="Google Shape;24;p3"/>
            <p:cNvCxnSpPr/>
            <p:nvPr/>
          </p:nvCxnSpPr>
          <p:spPr>
            <a:xfrm>
              <a:off x="300474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" name="Google Shape;25;p3"/>
            <p:cNvCxnSpPr/>
            <p:nvPr/>
          </p:nvCxnSpPr>
          <p:spPr>
            <a:xfrm>
              <a:off x="315361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" name="Google Shape;26;p3"/>
            <p:cNvCxnSpPr/>
            <p:nvPr/>
          </p:nvCxnSpPr>
          <p:spPr>
            <a:xfrm>
              <a:off x="330247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" name="Google Shape;27;p3"/>
            <p:cNvCxnSpPr/>
            <p:nvPr/>
          </p:nvCxnSpPr>
          <p:spPr>
            <a:xfrm>
              <a:off x="345134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" name="Google Shape;28;p3"/>
            <p:cNvCxnSpPr/>
            <p:nvPr/>
          </p:nvCxnSpPr>
          <p:spPr>
            <a:xfrm>
              <a:off x="360021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" name="Google Shape;29;p3"/>
            <p:cNvCxnSpPr/>
            <p:nvPr/>
          </p:nvCxnSpPr>
          <p:spPr>
            <a:xfrm>
              <a:off x="374907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" name="Google Shape;30;p3"/>
            <p:cNvCxnSpPr/>
            <p:nvPr/>
          </p:nvCxnSpPr>
          <p:spPr>
            <a:xfrm>
              <a:off x="389794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404681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419568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434454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449341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" name="Google Shape;35;p3"/>
            <p:cNvCxnSpPr/>
            <p:nvPr/>
          </p:nvCxnSpPr>
          <p:spPr>
            <a:xfrm>
              <a:off x="464228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479114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" name="Google Shape;37;p3"/>
            <p:cNvCxnSpPr/>
            <p:nvPr/>
          </p:nvCxnSpPr>
          <p:spPr>
            <a:xfrm>
              <a:off x="494001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" name="Google Shape;38;p3"/>
            <p:cNvCxnSpPr/>
            <p:nvPr/>
          </p:nvCxnSpPr>
          <p:spPr>
            <a:xfrm>
              <a:off x="508888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" name="Google Shape;39;p3"/>
            <p:cNvCxnSpPr/>
            <p:nvPr/>
          </p:nvCxnSpPr>
          <p:spPr>
            <a:xfrm>
              <a:off x="523774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" name="Google Shape;40;p3"/>
            <p:cNvCxnSpPr/>
            <p:nvPr/>
          </p:nvCxnSpPr>
          <p:spPr>
            <a:xfrm>
              <a:off x="538661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" name="Google Shape;41;p3"/>
            <p:cNvCxnSpPr/>
            <p:nvPr/>
          </p:nvCxnSpPr>
          <p:spPr>
            <a:xfrm>
              <a:off x="553548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" name="Google Shape;42;p3"/>
            <p:cNvCxnSpPr/>
            <p:nvPr/>
          </p:nvCxnSpPr>
          <p:spPr>
            <a:xfrm>
              <a:off x="568435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3" name="Google Shape;43;p3"/>
            <p:cNvCxnSpPr/>
            <p:nvPr/>
          </p:nvCxnSpPr>
          <p:spPr>
            <a:xfrm>
              <a:off x="583321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4" name="Google Shape;44;p3"/>
            <p:cNvCxnSpPr/>
            <p:nvPr/>
          </p:nvCxnSpPr>
          <p:spPr>
            <a:xfrm>
              <a:off x="598208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5" name="Google Shape;45;p3"/>
            <p:cNvCxnSpPr/>
            <p:nvPr/>
          </p:nvCxnSpPr>
          <p:spPr>
            <a:xfrm>
              <a:off x="613095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" name="Google Shape;46;p3"/>
            <p:cNvCxnSpPr/>
            <p:nvPr/>
          </p:nvCxnSpPr>
          <p:spPr>
            <a:xfrm>
              <a:off x="627981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7" name="Google Shape;47;p3"/>
            <p:cNvCxnSpPr/>
            <p:nvPr/>
          </p:nvCxnSpPr>
          <p:spPr>
            <a:xfrm>
              <a:off x="642868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8" name="Google Shape;48;p3"/>
            <p:cNvCxnSpPr/>
            <p:nvPr/>
          </p:nvCxnSpPr>
          <p:spPr>
            <a:xfrm>
              <a:off x="657755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9" name="Google Shape;49;p3"/>
            <p:cNvCxnSpPr/>
            <p:nvPr/>
          </p:nvCxnSpPr>
          <p:spPr>
            <a:xfrm>
              <a:off x="672641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" name="Google Shape;50;p3"/>
            <p:cNvCxnSpPr/>
            <p:nvPr/>
          </p:nvCxnSpPr>
          <p:spPr>
            <a:xfrm>
              <a:off x="687528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" name="Google Shape;51;p3"/>
            <p:cNvCxnSpPr/>
            <p:nvPr/>
          </p:nvCxnSpPr>
          <p:spPr>
            <a:xfrm>
              <a:off x="702415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2" name="Google Shape;52;p3"/>
            <p:cNvCxnSpPr/>
            <p:nvPr/>
          </p:nvCxnSpPr>
          <p:spPr>
            <a:xfrm>
              <a:off x="717302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" name="Google Shape;53;p3"/>
            <p:cNvCxnSpPr/>
            <p:nvPr/>
          </p:nvCxnSpPr>
          <p:spPr>
            <a:xfrm>
              <a:off x="732188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" name="Google Shape;54;p3"/>
            <p:cNvCxnSpPr/>
            <p:nvPr/>
          </p:nvCxnSpPr>
          <p:spPr>
            <a:xfrm>
              <a:off x="747075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5" name="Google Shape;55;p3"/>
            <p:cNvCxnSpPr/>
            <p:nvPr/>
          </p:nvCxnSpPr>
          <p:spPr>
            <a:xfrm>
              <a:off x="761962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6" name="Google Shape;56;p3"/>
            <p:cNvCxnSpPr/>
            <p:nvPr/>
          </p:nvCxnSpPr>
          <p:spPr>
            <a:xfrm>
              <a:off x="776848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7" name="Google Shape;57;p3"/>
            <p:cNvCxnSpPr/>
            <p:nvPr/>
          </p:nvCxnSpPr>
          <p:spPr>
            <a:xfrm>
              <a:off x="791735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8" name="Google Shape;58;p3"/>
            <p:cNvCxnSpPr/>
            <p:nvPr/>
          </p:nvCxnSpPr>
          <p:spPr>
            <a:xfrm>
              <a:off x="806622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9" name="Google Shape;59;p3"/>
            <p:cNvCxnSpPr/>
            <p:nvPr/>
          </p:nvCxnSpPr>
          <p:spPr>
            <a:xfrm>
              <a:off x="821508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0" name="Google Shape;60;p3"/>
            <p:cNvCxnSpPr/>
            <p:nvPr/>
          </p:nvCxnSpPr>
          <p:spPr>
            <a:xfrm>
              <a:off x="836395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1" name="Google Shape;61;p3"/>
            <p:cNvCxnSpPr/>
            <p:nvPr/>
          </p:nvCxnSpPr>
          <p:spPr>
            <a:xfrm>
              <a:off x="851282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2" name="Google Shape;62;p3"/>
            <p:cNvCxnSpPr/>
            <p:nvPr/>
          </p:nvCxnSpPr>
          <p:spPr>
            <a:xfrm>
              <a:off x="866169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3" name="Google Shape;63;p3"/>
            <p:cNvCxnSpPr/>
            <p:nvPr/>
          </p:nvCxnSpPr>
          <p:spPr>
            <a:xfrm>
              <a:off x="881055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4" name="Google Shape;64;p3"/>
            <p:cNvCxnSpPr/>
            <p:nvPr/>
          </p:nvCxnSpPr>
          <p:spPr>
            <a:xfrm>
              <a:off x="895942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5" name="Google Shape;65;p3"/>
            <p:cNvCxnSpPr/>
            <p:nvPr/>
          </p:nvCxnSpPr>
          <p:spPr>
            <a:xfrm>
              <a:off x="910829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6" name="Google Shape;66;p3"/>
            <p:cNvCxnSpPr/>
            <p:nvPr/>
          </p:nvCxnSpPr>
          <p:spPr>
            <a:xfrm>
              <a:off x="925715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7" name="Google Shape;67;p3"/>
            <p:cNvCxnSpPr/>
            <p:nvPr/>
          </p:nvCxnSpPr>
          <p:spPr>
            <a:xfrm>
              <a:off x="940602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8" name="Google Shape;68;p3"/>
            <p:cNvCxnSpPr/>
            <p:nvPr/>
          </p:nvCxnSpPr>
          <p:spPr>
            <a:xfrm>
              <a:off x="955489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9" name="Google Shape;69;p3"/>
            <p:cNvCxnSpPr/>
            <p:nvPr/>
          </p:nvCxnSpPr>
          <p:spPr>
            <a:xfrm>
              <a:off x="970375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0" name="Google Shape;70;p3"/>
            <p:cNvCxnSpPr/>
            <p:nvPr/>
          </p:nvCxnSpPr>
          <p:spPr>
            <a:xfrm>
              <a:off x="985262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1" name="Google Shape;71;p3"/>
            <p:cNvCxnSpPr/>
            <p:nvPr/>
          </p:nvCxnSpPr>
          <p:spPr>
            <a:xfrm>
              <a:off x="1000149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2" name="Google Shape;72;p3"/>
            <p:cNvCxnSpPr/>
            <p:nvPr/>
          </p:nvCxnSpPr>
          <p:spPr>
            <a:xfrm>
              <a:off x="1015036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3" name="Google Shape;73;p3"/>
            <p:cNvCxnSpPr/>
            <p:nvPr/>
          </p:nvCxnSpPr>
          <p:spPr>
            <a:xfrm>
              <a:off x="1029922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" name="Google Shape;74;p3"/>
            <p:cNvCxnSpPr/>
            <p:nvPr/>
          </p:nvCxnSpPr>
          <p:spPr>
            <a:xfrm>
              <a:off x="1044809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5" name="Google Shape;75;p3"/>
            <p:cNvCxnSpPr/>
            <p:nvPr/>
          </p:nvCxnSpPr>
          <p:spPr>
            <a:xfrm>
              <a:off x="1059696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6" name="Google Shape;76;p3"/>
            <p:cNvCxnSpPr/>
            <p:nvPr/>
          </p:nvCxnSpPr>
          <p:spPr>
            <a:xfrm>
              <a:off x="1074582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7" name="Google Shape;77;p3"/>
            <p:cNvCxnSpPr/>
            <p:nvPr/>
          </p:nvCxnSpPr>
          <p:spPr>
            <a:xfrm>
              <a:off x="1089469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8" name="Google Shape;78;p3"/>
            <p:cNvCxnSpPr/>
            <p:nvPr/>
          </p:nvCxnSpPr>
          <p:spPr>
            <a:xfrm>
              <a:off x="1104356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9" name="Google Shape;79;p3"/>
            <p:cNvCxnSpPr/>
            <p:nvPr/>
          </p:nvCxnSpPr>
          <p:spPr>
            <a:xfrm>
              <a:off x="1119242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0" name="Google Shape;80;p3"/>
            <p:cNvCxnSpPr/>
            <p:nvPr/>
          </p:nvCxnSpPr>
          <p:spPr>
            <a:xfrm>
              <a:off x="1134129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1" name="Google Shape;81;p3"/>
            <p:cNvCxnSpPr/>
            <p:nvPr/>
          </p:nvCxnSpPr>
          <p:spPr>
            <a:xfrm>
              <a:off x="1149016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2" name="Google Shape;82;p3"/>
            <p:cNvCxnSpPr/>
            <p:nvPr/>
          </p:nvCxnSpPr>
          <p:spPr>
            <a:xfrm>
              <a:off x="1163903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3" name="Google Shape;83;p3"/>
            <p:cNvCxnSpPr/>
            <p:nvPr/>
          </p:nvCxnSpPr>
          <p:spPr>
            <a:xfrm>
              <a:off x="1178789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4" name="Google Shape;84;p3"/>
            <p:cNvCxnSpPr/>
            <p:nvPr/>
          </p:nvCxnSpPr>
          <p:spPr>
            <a:xfrm>
              <a:off x="1193676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5" name="Google Shape;85;p3"/>
            <p:cNvCxnSpPr/>
            <p:nvPr/>
          </p:nvCxnSpPr>
          <p:spPr>
            <a:xfrm>
              <a:off x="1208563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6" name="Google Shape;86;p3"/>
            <p:cNvCxnSpPr/>
            <p:nvPr/>
          </p:nvCxnSpPr>
          <p:spPr>
            <a:xfrm>
              <a:off x="1223449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7" name="Google Shape;87;p3"/>
            <p:cNvCxnSpPr/>
            <p:nvPr/>
          </p:nvCxnSpPr>
          <p:spPr>
            <a:xfrm>
              <a:off x="1238336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8" name="Google Shape;88;p3"/>
            <p:cNvCxnSpPr/>
            <p:nvPr/>
          </p:nvCxnSpPr>
          <p:spPr>
            <a:xfrm>
              <a:off x="1253223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9" name="Google Shape;89;p3"/>
            <p:cNvCxnSpPr/>
            <p:nvPr/>
          </p:nvCxnSpPr>
          <p:spPr>
            <a:xfrm>
              <a:off x="1268109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1282996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297883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1312770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1327656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1342543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1357430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1372316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1387203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1402090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1416976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1431863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1446750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1461637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1476523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491410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506297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521183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536070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8" name="Google Shape;108;p3"/>
            <p:cNvCxnSpPr/>
            <p:nvPr/>
          </p:nvCxnSpPr>
          <p:spPr>
            <a:xfrm>
              <a:off x="1550957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9" name="Google Shape;109;p3"/>
            <p:cNvCxnSpPr/>
            <p:nvPr/>
          </p:nvCxnSpPr>
          <p:spPr>
            <a:xfrm>
              <a:off x="1565843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0" name="Google Shape;110;p3"/>
            <p:cNvCxnSpPr/>
            <p:nvPr/>
          </p:nvCxnSpPr>
          <p:spPr>
            <a:xfrm>
              <a:off x="1580730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1" name="Google Shape;111;p3"/>
            <p:cNvCxnSpPr/>
            <p:nvPr/>
          </p:nvCxnSpPr>
          <p:spPr>
            <a:xfrm>
              <a:off x="1595617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2" name="Google Shape;112;p3"/>
            <p:cNvCxnSpPr/>
            <p:nvPr/>
          </p:nvCxnSpPr>
          <p:spPr>
            <a:xfrm>
              <a:off x="1610504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3" name="Google Shape;113;p3"/>
            <p:cNvCxnSpPr/>
            <p:nvPr/>
          </p:nvCxnSpPr>
          <p:spPr>
            <a:xfrm>
              <a:off x="1625390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4" name="Google Shape;114;p3"/>
            <p:cNvCxnSpPr/>
            <p:nvPr/>
          </p:nvCxnSpPr>
          <p:spPr>
            <a:xfrm>
              <a:off x="1640277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5" name="Google Shape;115;p3"/>
            <p:cNvCxnSpPr/>
            <p:nvPr/>
          </p:nvCxnSpPr>
          <p:spPr>
            <a:xfrm>
              <a:off x="1655164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6" name="Google Shape;116;p3"/>
            <p:cNvCxnSpPr/>
            <p:nvPr/>
          </p:nvCxnSpPr>
          <p:spPr>
            <a:xfrm>
              <a:off x="1670050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7" name="Google Shape;117;p3"/>
            <p:cNvCxnSpPr/>
            <p:nvPr/>
          </p:nvCxnSpPr>
          <p:spPr>
            <a:xfrm>
              <a:off x="1684937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8" name="Google Shape;118;p3"/>
            <p:cNvCxnSpPr/>
            <p:nvPr/>
          </p:nvCxnSpPr>
          <p:spPr>
            <a:xfrm>
              <a:off x="1699824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9" name="Google Shape;119;p3"/>
            <p:cNvCxnSpPr/>
            <p:nvPr/>
          </p:nvCxnSpPr>
          <p:spPr>
            <a:xfrm>
              <a:off x="1714710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0" name="Google Shape;120;p3"/>
            <p:cNvCxnSpPr/>
            <p:nvPr/>
          </p:nvCxnSpPr>
          <p:spPr>
            <a:xfrm>
              <a:off x="1729597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1" name="Google Shape;121;p3"/>
            <p:cNvCxnSpPr/>
            <p:nvPr/>
          </p:nvCxnSpPr>
          <p:spPr>
            <a:xfrm>
              <a:off x="1744484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2" name="Google Shape;122;p3"/>
            <p:cNvCxnSpPr/>
            <p:nvPr/>
          </p:nvCxnSpPr>
          <p:spPr>
            <a:xfrm>
              <a:off x="1759371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3" name="Google Shape;123;p3"/>
            <p:cNvCxnSpPr/>
            <p:nvPr/>
          </p:nvCxnSpPr>
          <p:spPr>
            <a:xfrm>
              <a:off x="1774257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4" name="Google Shape;124;p3"/>
            <p:cNvCxnSpPr/>
            <p:nvPr/>
          </p:nvCxnSpPr>
          <p:spPr>
            <a:xfrm>
              <a:off x="1789144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5" name="Google Shape;125;p3"/>
            <p:cNvCxnSpPr/>
            <p:nvPr/>
          </p:nvCxnSpPr>
          <p:spPr>
            <a:xfrm>
              <a:off x="1804031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6" name="Google Shape;126;p3"/>
            <p:cNvCxnSpPr/>
            <p:nvPr/>
          </p:nvCxnSpPr>
          <p:spPr>
            <a:xfrm>
              <a:off x="1818917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7" name="Google Shape;127;p3"/>
            <p:cNvCxnSpPr/>
            <p:nvPr/>
          </p:nvCxnSpPr>
          <p:spPr>
            <a:xfrm>
              <a:off x="1833804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8" name="Google Shape;128;p3"/>
            <p:cNvCxnSpPr/>
            <p:nvPr/>
          </p:nvCxnSpPr>
          <p:spPr>
            <a:xfrm>
              <a:off x="1848691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9" name="Google Shape;129;p3"/>
            <p:cNvCxnSpPr/>
            <p:nvPr/>
          </p:nvCxnSpPr>
          <p:spPr>
            <a:xfrm>
              <a:off x="1863577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0" name="Google Shape;130;p3"/>
            <p:cNvCxnSpPr/>
            <p:nvPr/>
          </p:nvCxnSpPr>
          <p:spPr>
            <a:xfrm>
              <a:off x="1878464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1" name="Google Shape;131;p3"/>
            <p:cNvCxnSpPr/>
            <p:nvPr/>
          </p:nvCxnSpPr>
          <p:spPr>
            <a:xfrm>
              <a:off x="1893346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32" name="Google Shape;132;p3"/>
          <p:cNvSpPr txBox="1">
            <a:spLocks noGrp="1"/>
          </p:cNvSpPr>
          <p:nvPr>
            <p:ph type="ctrTitle"/>
          </p:nvPr>
        </p:nvSpPr>
        <p:spPr>
          <a:xfrm>
            <a:off x="641534" y="4149725"/>
            <a:ext cx="7772400" cy="96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3"/>
          <p:cNvSpPr txBox="1">
            <a:spLocks noGrp="1"/>
          </p:cNvSpPr>
          <p:nvPr>
            <p:ph type="subTitle" idx="1"/>
          </p:nvPr>
        </p:nvSpPr>
        <p:spPr>
          <a:xfrm>
            <a:off x="641534" y="5260975"/>
            <a:ext cx="77724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titolo">
  <p:cSld name="1_Diapositiva titolo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contenuto" type="obj">
  <p:cSld name="OBJEC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/>
          <p:nvPr/>
        </p:nvSpPr>
        <p:spPr>
          <a:xfrm>
            <a:off x="0" y="1"/>
            <a:ext cx="9144000" cy="1269904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 txBox="1">
            <a:spLocks noGrp="1"/>
          </p:cNvSpPr>
          <p:nvPr>
            <p:ph type="title"/>
          </p:nvPr>
        </p:nvSpPr>
        <p:spPr>
          <a:xfrm>
            <a:off x="288521" y="139166"/>
            <a:ext cx="8581043" cy="8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323726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0" y="6126162"/>
            <a:ext cx="9144000" cy="731837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157778" y="6363505"/>
            <a:ext cx="306917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Nome Cognome, assoc.prof. ABC Dept.</a:t>
            </a:r>
            <a:endParaRPr sz="12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1" name="Google Shape;141;p5"/>
          <p:cNvGrpSpPr/>
          <p:nvPr/>
        </p:nvGrpSpPr>
        <p:grpSpPr>
          <a:xfrm>
            <a:off x="48007" y="1089904"/>
            <a:ext cx="9036647" cy="180000"/>
            <a:chOff x="1218340" y="275867"/>
            <a:chExt cx="17715122" cy="567843"/>
          </a:xfrm>
        </p:grpSpPr>
        <p:cxnSp>
          <p:nvCxnSpPr>
            <p:cNvPr id="142" name="Google Shape;142;p5"/>
            <p:cNvCxnSpPr/>
            <p:nvPr/>
          </p:nvCxnSpPr>
          <p:spPr>
            <a:xfrm>
              <a:off x="121834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3" name="Google Shape;143;p5"/>
            <p:cNvCxnSpPr/>
            <p:nvPr/>
          </p:nvCxnSpPr>
          <p:spPr>
            <a:xfrm>
              <a:off x="136720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4" name="Google Shape;144;p5"/>
            <p:cNvCxnSpPr/>
            <p:nvPr/>
          </p:nvCxnSpPr>
          <p:spPr>
            <a:xfrm>
              <a:off x="151607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5" name="Google Shape;145;p5"/>
            <p:cNvCxnSpPr/>
            <p:nvPr/>
          </p:nvCxnSpPr>
          <p:spPr>
            <a:xfrm>
              <a:off x="166494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6" name="Google Shape;146;p5"/>
            <p:cNvCxnSpPr/>
            <p:nvPr/>
          </p:nvCxnSpPr>
          <p:spPr>
            <a:xfrm>
              <a:off x="181380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7" name="Google Shape;147;p5"/>
            <p:cNvCxnSpPr/>
            <p:nvPr/>
          </p:nvCxnSpPr>
          <p:spPr>
            <a:xfrm>
              <a:off x="196267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8" name="Google Shape;148;p5"/>
            <p:cNvCxnSpPr/>
            <p:nvPr/>
          </p:nvCxnSpPr>
          <p:spPr>
            <a:xfrm>
              <a:off x="211154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9" name="Google Shape;149;p5"/>
            <p:cNvCxnSpPr/>
            <p:nvPr/>
          </p:nvCxnSpPr>
          <p:spPr>
            <a:xfrm>
              <a:off x="226040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0" name="Google Shape;150;p5"/>
            <p:cNvCxnSpPr/>
            <p:nvPr/>
          </p:nvCxnSpPr>
          <p:spPr>
            <a:xfrm>
              <a:off x="240927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1" name="Google Shape;151;p5"/>
            <p:cNvCxnSpPr/>
            <p:nvPr/>
          </p:nvCxnSpPr>
          <p:spPr>
            <a:xfrm>
              <a:off x="255814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2" name="Google Shape;152;p5"/>
            <p:cNvCxnSpPr/>
            <p:nvPr/>
          </p:nvCxnSpPr>
          <p:spPr>
            <a:xfrm>
              <a:off x="270701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3" name="Google Shape;153;p5"/>
            <p:cNvCxnSpPr/>
            <p:nvPr/>
          </p:nvCxnSpPr>
          <p:spPr>
            <a:xfrm>
              <a:off x="285587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4" name="Google Shape;154;p5"/>
            <p:cNvCxnSpPr/>
            <p:nvPr/>
          </p:nvCxnSpPr>
          <p:spPr>
            <a:xfrm>
              <a:off x="300474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5" name="Google Shape;155;p5"/>
            <p:cNvCxnSpPr/>
            <p:nvPr/>
          </p:nvCxnSpPr>
          <p:spPr>
            <a:xfrm>
              <a:off x="315361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6" name="Google Shape;156;p5"/>
            <p:cNvCxnSpPr/>
            <p:nvPr/>
          </p:nvCxnSpPr>
          <p:spPr>
            <a:xfrm>
              <a:off x="330247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7" name="Google Shape;157;p5"/>
            <p:cNvCxnSpPr/>
            <p:nvPr/>
          </p:nvCxnSpPr>
          <p:spPr>
            <a:xfrm>
              <a:off x="345134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8" name="Google Shape;158;p5"/>
            <p:cNvCxnSpPr/>
            <p:nvPr/>
          </p:nvCxnSpPr>
          <p:spPr>
            <a:xfrm>
              <a:off x="360021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9" name="Google Shape;159;p5"/>
            <p:cNvCxnSpPr/>
            <p:nvPr/>
          </p:nvCxnSpPr>
          <p:spPr>
            <a:xfrm>
              <a:off x="374907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0" name="Google Shape;160;p5"/>
            <p:cNvCxnSpPr/>
            <p:nvPr/>
          </p:nvCxnSpPr>
          <p:spPr>
            <a:xfrm>
              <a:off x="389794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1" name="Google Shape;161;p5"/>
            <p:cNvCxnSpPr/>
            <p:nvPr/>
          </p:nvCxnSpPr>
          <p:spPr>
            <a:xfrm>
              <a:off x="404681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2" name="Google Shape;162;p5"/>
            <p:cNvCxnSpPr/>
            <p:nvPr/>
          </p:nvCxnSpPr>
          <p:spPr>
            <a:xfrm>
              <a:off x="419568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3" name="Google Shape;163;p5"/>
            <p:cNvCxnSpPr/>
            <p:nvPr/>
          </p:nvCxnSpPr>
          <p:spPr>
            <a:xfrm>
              <a:off x="434454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4" name="Google Shape;164;p5"/>
            <p:cNvCxnSpPr/>
            <p:nvPr/>
          </p:nvCxnSpPr>
          <p:spPr>
            <a:xfrm>
              <a:off x="449341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5" name="Google Shape;165;p5"/>
            <p:cNvCxnSpPr/>
            <p:nvPr/>
          </p:nvCxnSpPr>
          <p:spPr>
            <a:xfrm>
              <a:off x="464228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6" name="Google Shape;166;p5"/>
            <p:cNvCxnSpPr/>
            <p:nvPr/>
          </p:nvCxnSpPr>
          <p:spPr>
            <a:xfrm>
              <a:off x="479114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7" name="Google Shape;167;p5"/>
            <p:cNvCxnSpPr/>
            <p:nvPr/>
          </p:nvCxnSpPr>
          <p:spPr>
            <a:xfrm>
              <a:off x="494001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8" name="Google Shape;168;p5"/>
            <p:cNvCxnSpPr/>
            <p:nvPr/>
          </p:nvCxnSpPr>
          <p:spPr>
            <a:xfrm>
              <a:off x="508888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9" name="Google Shape;169;p5"/>
            <p:cNvCxnSpPr/>
            <p:nvPr/>
          </p:nvCxnSpPr>
          <p:spPr>
            <a:xfrm>
              <a:off x="523774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0" name="Google Shape;170;p5"/>
            <p:cNvCxnSpPr/>
            <p:nvPr/>
          </p:nvCxnSpPr>
          <p:spPr>
            <a:xfrm>
              <a:off x="538661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1" name="Google Shape;171;p5"/>
            <p:cNvCxnSpPr/>
            <p:nvPr/>
          </p:nvCxnSpPr>
          <p:spPr>
            <a:xfrm>
              <a:off x="553548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2" name="Google Shape;172;p5"/>
            <p:cNvCxnSpPr/>
            <p:nvPr/>
          </p:nvCxnSpPr>
          <p:spPr>
            <a:xfrm>
              <a:off x="568435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3" name="Google Shape;173;p5"/>
            <p:cNvCxnSpPr/>
            <p:nvPr/>
          </p:nvCxnSpPr>
          <p:spPr>
            <a:xfrm>
              <a:off x="583321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4" name="Google Shape;174;p5"/>
            <p:cNvCxnSpPr/>
            <p:nvPr/>
          </p:nvCxnSpPr>
          <p:spPr>
            <a:xfrm>
              <a:off x="598208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5" name="Google Shape;175;p5"/>
            <p:cNvCxnSpPr/>
            <p:nvPr/>
          </p:nvCxnSpPr>
          <p:spPr>
            <a:xfrm>
              <a:off x="613095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6" name="Google Shape;176;p5"/>
            <p:cNvCxnSpPr/>
            <p:nvPr/>
          </p:nvCxnSpPr>
          <p:spPr>
            <a:xfrm>
              <a:off x="627981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7" name="Google Shape;177;p5"/>
            <p:cNvCxnSpPr/>
            <p:nvPr/>
          </p:nvCxnSpPr>
          <p:spPr>
            <a:xfrm>
              <a:off x="642868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8" name="Google Shape;178;p5"/>
            <p:cNvCxnSpPr/>
            <p:nvPr/>
          </p:nvCxnSpPr>
          <p:spPr>
            <a:xfrm>
              <a:off x="657755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9" name="Google Shape;179;p5"/>
            <p:cNvCxnSpPr/>
            <p:nvPr/>
          </p:nvCxnSpPr>
          <p:spPr>
            <a:xfrm>
              <a:off x="672641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0" name="Google Shape;180;p5"/>
            <p:cNvCxnSpPr/>
            <p:nvPr/>
          </p:nvCxnSpPr>
          <p:spPr>
            <a:xfrm>
              <a:off x="687528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1" name="Google Shape;181;p5"/>
            <p:cNvCxnSpPr/>
            <p:nvPr/>
          </p:nvCxnSpPr>
          <p:spPr>
            <a:xfrm>
              <a:off x="702415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2" name="Google Shape;182;p5"/>
            <p:cNvCxnSpPr/>
            <p:nvPr/>
          </p:nvCxnSpPr>
          <p:spPr>
            <a:xfrm>
              <a:off x="717302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3" name="Google Shape;183;p5"/>
            <p:cNvCxnSpPr/>
            <p:nvPr/>
          </p:nvCxnSpPr>
          <p:spPr>
            <a:xfrm>
              <a:off x="732188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4" name="Google Shape;184;p5"/>
            <p:cNvCxnSpPr/>
            <p:nvPr/>
          </p:nvCxnSpPr>
          <p:spPr>
            <a:xfrm>
              <a:off x="747075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5" name="Google Shape;185;p5"/>
            <p:cNvCxnSpPr/>
            <p:nvPr/>
          </p:nvCxnSpPr>
          <p:spPr>
            <a:xfrm>
              <a:off x="761962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6" name="Google Shape;186;p5"/>
            <p:cNvCxnSpPr/>
            <p:nvPr/>
          </p:nvCxnSpPr>
          <p:spPr>
            <a:xfrm>
              <a:off x="776848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7" name="Google Shape;187;p5"/>
            <p:cNvCxnSpPr/>
            <p:nvPr/>
          </p:nvCxnSpPr>
          <p:spPr>
            <a:xfrm>
              <a:off x="791735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8" name="Google Shape;188;p5"/>
            <p:cNvCxnSpPr/>
            <p:nvPr/>
          </p:nvCxnSpPr>
          <p:spPr>
            <a:xfrm>
              <a:off x="806622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9" name="Google Shape;189;p5"/>
            <p:cNvCxnSpPr/>
            <p:nvPr/>
          </p:nvCxnSpPr>
          <p:spPr>
            <a:xfrm>
              <a:off x="821508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0" name="Google Shape;190;p5"/>
            <p:cNvCxnSpPr/>
            <p:nvPr/>
          </p:nvCxnSpPr>
          <p:spPr>
            <a:xfrm>
              <a:off x="836395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1" name="Google Shape;191;p5"/>
            <p:cNvCxnSpPr/>
            <p:nvPr/>
          </p:nvCxnSpPr>
          <p:spPr>
            <a:xfrm>
              <a:off x="851282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2" name="Google Shape;192;p5"/>
            <p:cNvCxnSpPr/>
            <p:nvPr/>
          </p:nvCxnSpPr>
          <p:spPr>
            <a:xfrm>
              <a:off x="866169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3" name="Google Shape;193;p5"/>
            <p:cNvCxnSpPr/>
            <p:nvPr/>
          </p:nvCxnSpPr>
          <p:spPr>
            <a:xfrm>
              <a:off x="881055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4" name="Google Shape;194;p5"/>
            <p:cNvCxnSpPr/>
            <p:nvPr/>
          </p:nvCxnSpPr>
          <p:spPr>
            <a:xfrm>
              <a:off x="895942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5" name="Google Shape;195;p5"/>
            <p:cNvCxnSpPr/>
            <p:nvPr/>
          </p:nvCxnSpPr>
          <p:spPr>
            <a:xfrm>
              <a:off x="910829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6" name="Google Shape;196;p5"/>
            <p:cNvCxnSpPr/>
            <p:nvPr/>
          </p:nvCxnSpPr>
          <p:spPr>
            <a:xfrm>
              <a:off x="925715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7" name="Google Shape;197;p5"/>
            <p:cNvCxnSpPr/>
            <p:nvPr/>
          </p:nvCxnSpPr>
          <p:spPr>
            <a:xfrm>
              <a:off x="940602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8" name="Google Shape;198;p5"/>
            <p:cNvCxnSpPr/>
            <p:nvPr/>
          </p:nvCxnSpPr>
          <p:spPr>
            <a:xfrm>
              <a:off x="955489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9" name="Google Shape;199;p5"/>
            <p:cNvCxnSpPr/>
            <p:nvPr/>
          </p:nvCxnSpPr>
          <p:spPr>
            <a:xfrm>
              <a:off x="970375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0" name="Google Shape;200;p5"/>
            <p:cNvCxnSpPr/>
            <p:nvPr/>
          </p:nvCxnSpPr>
          <p:spPr>
            <a:xfrm>
              <a:off x="985262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1" name="Google Shape;201;p5"/>
            <p:cNvCxnSpPr/>
            <p:nvPr/>
          </p:nvCxnSpPr>
          <p:spPr>
            <a:xfrm>
              <a:off x="1000149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2" name="Google Shape;202;p5"/>
            <p:cNvCxnSpPr/>
            <p:nvPr/>
          </p:nvCxnSpPr>
          <p:spPr>
            <a:xfrm>
              <a:off x="1015036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3" name="Google Shape;203;p5"/>
            <p:cNvCxnSpPr/>
            <p:nvPr/>
          </p:nvCxnSpPr>
          <p:spPr>
            <a:xfrm>
              <a:off x="1029922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4" name="Google Shape;204;p5"/>
            <p:cNvCxnSpPr/>
            <p:nvPr/>
          </p:nvCxnSpPr>
          <p:spPr>
            <a:xfrm>
              <a:off x="1044809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5" name="Google Shape;205;p5"/>
            <p:cNvCxnSpPr/>
            <p:nvPr/>
          </p:nvCxnSpPr>
          <p:spPr>
            <a:xfrm>
              <a:off x="1059696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6" name="Google Shape;206;p5"/>
            <p:cNvCxnSpPr/>
            <p:nvPr/>
          </p:nvCxnSpPr>
          <p:spPr>
            <a:xfrm>
              <a:off x="1074582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7" name="Google Shape;207;p5"/>
            <p:cNvCxnSpPr/>
            <p:nvPr/>
          </p:nvCxnSpPr>
          <p:spPr>
            <a:xfrm>
              <a:off x="1089469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8" name="Google Shape;208;p5"/>
            <p:cNvCxnSpPr/>
            <p:nvPr/>
          </p:nvCxnSpPr>
          <p:spPr>
            <a:xfrm>
              <a:off x="1104356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9" name="Google Shape;209;p5"/>
            <p:cNvCxnSpPr/>
            <p:nvPr/>
          </p:nvCxnSpPr>
          <p:spPr>
            <a:xfrm>
              <a:off x="1119242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0" name="Google Shape;210;p5"/>
            <p:cNvCxnSpPr/>
            <p:nvPr/>
          </p:nvCxnSpPr>
          <p:spPr>
            <a:xfrm>
              <a:off x="1134129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1" name="Google Shape;211;p5"/>
            <p:cNvCxnSpPr/>
            <p:nvPr/>
          </p:nvCxnSpPr>
          <p:spPr>
            <a:xfrm>
              <a:off x="1149016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2" name="Google Shape;212;p5"/>
            <p:cNvCxnSpPr/>
            <p:nvPr/>
          </p:nvCxnSpPr>
          <p:spPr>
            <a:xfrm>
              <a:off x="1163903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3" name="Google Shape;213;p5"/>
            <p:cNvCxnSpPr/>
            <p:nvPr/>
          </p:nvCxnSpPr>
          <p:spPr>
            <a:xfrm>
              <a:off x="1178789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4" name="Google Shape;214;p5"/>
            <p:cNvCxnSpPr/>
            <p:nvPr/>
          </p:nvCxnSpPr>
          <p:spPr>
            <a:xfrm>
              <a:off x="1193676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5" name="Google Shape;215;p5"/>
            <p:cNvCxnSpPr/>
            <p:nvPr/>
          </p:nvCxnSpPr>
          <p:spPr>
            <a:xfrm>
              <a:off x="1208563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6" name="Google Shape;216;p5"/>
            <p:cNvCxnSpPr/>
            <p:nvPr/>
          </p:nvCxnSpPr>
          <p:spPr>
            <a:xfrm>
              <a:off x="1223449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7" name="Google Shape;217;p5"/>
            <p:cNvCxnSpPr/>
            <p:nvPr/>
          </p:nvCxnSpPr>
          <p:spPr>
            <a:xfrm>
              <a:off x="1238336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8" name="Google Shape;218;p5"/>
            <p:cNvCxnSpPr/>
            <p:nvPr/>
          </p:nvCxnSpPr>
          <p:spPr>
            <a:xfrm>
              <a:off x="1253223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9" name="Google Shape;219;p5"/>
            <p:cNvCxnSpPr/>
            <p:nvPr/>
          </p:nvCxnSpPr>
          <p:spPr>
            <a:xfrm>
              <a:off x="1268109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0" name="Google Shape;220;p5"/>
            <p:cNvCxnSpPr/>
            <p:nvPr/>
          </p:nvCxnSpPr>
          <p:spPr>
            <a:xfrm>
              <a:off x="1282996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1" name="Google Shape;221;p5"/>
            <p:cNvCxnSpPr/>
            <p:nvPr/>
          </p:nvCxnSpPr>
          <p:spPr>
            <a:xfrm>
              <a:off x="1297883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2" name="Google Shape;222;p5"/>
            <p:cNvCxnSpPr/>
            <p:nvPr/>
          </p:nvCxnSpPr>
          <p:spPr>
            <a:xfrm>
              <a:off x="1312770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3" name="Google Shape;223;p5"/>
            <p:cNvCxnSpPr/>
            <p:nvPr/>
          </p:nvCxnSpPr>
          <p:spPr>
            <a:xfrm>
              <a:off x="1327656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4" name="Google Shape;224;p5"/>
            <p:cNvCxnSpPr/>
            <p:nvPr/>
          </p:nvCxnSpPr>
          <p:spPr>
            <a:xfrm>
              <a:off x="1342543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5" name="Google Shape;225;p5"/>
            <p:cNvCxnSpPr/>
            <p:nvPr/>
          </p:nvCxnSpPr>
          <p:spPr>
            <a:xfrm>
              <a:off x="1357430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6" name="Google Shape;226;p5"/>
            <p:cNvCxnSpPr/>
            <p:nvPr/>
          </p:nvCxnSpPr>
          <p:spPr>
            <a:xfrm>
              <a:off x="1372316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7" name="Google Shape;227;p5"/>
            <p:cNvCxnSpPr/>
            <p:nvPr/>
          </p:nvCxnSpPr>
          <p:spPr>
            <a:xfrm>
              <a:off x="1387203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8" name="Google Shape;228;p5"/>
            <p:cNvCxnSpPr/>
            <p:nvPr/>
          </p:nvCxnSpPr>
          <p:spPr>
            <a:xfrm>
              <a:off x="1402090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9" name="Google Shape;229;p5"/>
            <p:cNvCxnSpPr/>
            <p:nvPr/>
          </p:nvCxnSpPr>
          <p:spPr>
            <a:xfrm>
              <a:off x="1416976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0" name="Google Shape;230;p5"/>
            <p:cNvCxnSpPr/>
            <p:nvPr/>
          </p:nvCxnSpPr>
          <p:spPr>
            <a:xfrm>
              <a:off x="1431863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1" name="Google Shape;231;p5"/>
            <p:cNvCxnSpPr/>
            <p:nvPr/>
          </p:nvCxnSpPr>
          <p:spPr>
            <a:xfrm>
              <a:off x="1446750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2" name="Google Shape;232;p5"/>
            <p:cNvCxnSpPr/>
            <p:nvPr/>
          </p:nvCxnSpPr>
          <p:spPr>
            <a:xfrm>
              <a:off x="1461637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3" name="Google Shape;233;p5"/>
            <p:cNvCxnSpPr/>
            <p:nvPr/>
          </p:nvCxnSpPr>
          <p:spPr>
            <a:xfrm>
              <a:off x="1476523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4" name="Google Shape;234;p5"/>
            <p:cNvCxnSpPr/>
            <p:nvPr/>
          </p:nvCxnSpPr>
          <p:spPr>
            <a:xfrm>
              <a:off x="1491410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5" name="Google Shape;235;p5"/>
            <p:cNvCxnSpPr/>
            <p:nvPr/>
          </p:nvCxnSpPr>
          <p:spPr>
            <a:xfrm>
              <a:off x="1506297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6" name="Google Shape;236;p5"/>
            <p:cNvCxnSpPr/>
            <p:nvPr/>
          </p:nvCxnSpPr>
          <p:spPr>
            <a:xfrm>
              <a:off x="1521183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7" name="Google Shape;237;p5"/>
            <p:cNvCxnSpPr/>
            <p:nvPr/>
          </p:nvCxnSpPr>
          <p:spPr>
            <a:xfrm>
              <a:off x="1536070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8" name="Google Shape;238;p5"/>
            <p:cNvCxnSpPr/>
            <p:nvPr/>
          </p:nvCxnSpPr>
          <p:spPr>
            <a:xfrm>
              <a:off x="1550957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9" name="Google Shape;239;p5"/>
            <p:cNvCxnSpPr/>
            <p:nvPr/>
          </p:nvCxnSpPr>
          <p:spPr>
            <a:xfrm>
              <a:off x="1565843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0" name="Google Shape;240;p5"/>
            <p:cNvCxnSpPr/>
            <p:nvPr/>
          </p:nvCxnSpPr>
          <p:spPr>
            <a:xfrm>
              <a:off x="1580730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1" name="Google Shape;241;p5"/>
            <p:cNvCxnSpPr/>
            <p:nvPr/>
          </p:nvCxnSpPr>
          <p:spPr>
            <a:xfrm>
              <a:off x="1595617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2" name="Google Shape;242;p5"/>
            <p:cNvCxnSpPr/>
            <p:nvPr/>
          </p:nvCxnSpPr>
          <p:spPr>
            <a:xfrm>
              <a:off x="1610504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3" name="Google Shape;243;p5"/>
            <p:cNvCxnSpPr/>
            <p:nvPr/>
          </p:nvCxnSpPr>
          <p:spPr>
            <a:xfrm>
              <a:off x="1625390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4" name="Google Shape;244;p5"/>
            <p:cNvCxnSpPr/>
            <p:nvPr/>
          </p:nvCxnSpPr>
          <p:spPr>
            <a:xfrm>
              <a:off x="1640277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5" name="Google Shape;245;p5"/>
            <p:cNvCxnSpPr/>
            <p:nvPr/>
          </p:nvCxnSpPr>
          <p:spPr>
            <a:xfrm>
              <a:off x="1655164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6" name="Google Shape;246;p5"/>
            <p:cNvCxnSpPr/>
            <p:nvPr/>
          </p:nvCxnSpPr>
          <p:spPr>
            <a:xfrm>
              <a:off x="1670050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7" name="Google Shape;247;p5"/>
            <p:cNvCxnSpPr/>
            <p:nvPr/>
          </p:nvCxnSpPr>
          <p:spPr>
            <a:xfrm>
              <a:off x="1684937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8" name="Google Shape;248;p5"/>
            <p:cNvCxnSpPr/>
            <p:nvPr/>
          </p:nvCxnSpPr>
          <p:spPr>
            <a:xfrm>
              <a:off x="1699824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9" name="Google Shape;249;p5"/>
            <p:cNvCxnSpPr/>
            <p:nvPr/>
          </p:nvCxnSpPr>
          <p:spPr>
            <a:xfrm>
              <a:off x="1714710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0" name="Google Shape;250;p5"/>
            <p:cNvCxnSpPr/>
            <p:nvPr/>
          </p:nvCxnSpPr>
          <p:spPr>
            <a:xfrm>
              <a:off x="1729597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1" name="Google Shape;251;p5"/>
            <p:cNvCxnSpPr/>
            <p:nvPr/>
          </p:nvCxnSpPr>
          <p:spPr>
            <a:xfrm>
              <a:off x="1744484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2" name="Google Shape;252;p5"/>
            <p:cNvCxnSpPr/>
            <p:nvPr/>
          </p:nvCxnSpPr>
          <p:spPr>
            <a:xfrm>
              <a:off x="1759371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3" name="Google Shape;253;p5"/>
            <p:cNvCxnSpPr/>
            <p:nvPr/>
          </p:nvCxnSpPr>
          <p:spPr>
            <a:xfrm>
              <a:off x="1774257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4" name="Google Shape;254;p5"/>
            <p:cNvCxnSpPr/>
            <p:nvPr/>
          </p:nvCxnSpPr>
          <p:spPr>
            <a:xfrm>
              <a:off x="1789144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5" name="Google Shape;255;p5"/>
            <p:cNvCxnSpPr/>
            <p:nvPr/>
          </p:nvCxnSpPr>
          <p:spPr>
            <a:xfrm>
              <a:off x="1804031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6" name="Google Shape;256;p5"/>
            <p:cNvCxnSpPr/>
            <p:nvPr/>
          </p:nvCxnSpPr>
          <p:spPr>
            <a:xfrm>
              <a:off x="1818917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7" name="Google Shape;257;p5"/>
            <p:cNvCxnSpPr/>
            <p:nvPr/>
          </p:nvCxnSpPr>
          <p:spPr>
            <a:xfrm>
              <a:off x="1833804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8" name="Google Shape;258;p5"/>
            <p:cNvCxnSpPr/>
            <p:nvPr/>
          </p:nvCxnSpPr>
          <p:spPr>
            <a:xfrm>
              <a:off x="1848691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9" name="Google Shape;259;p5"/>
            <p:cNvCxnSpPr/>
            <p:nvPr/>
          </p:nvCxnSpPr>
          <p:spPr>
            <a:xfrm>
              <a:off x="1863577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0" name="Google Shape;260;p5"/>
            <p:cNvCxnSpPr/>
            <p:nvPr/>
          </p:nvCxnSpPr>
          <p:spPr>
            <a:xfrm>
              <a:off x="1878464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1" name="Google Shape;261;p5"/>
            <p:cNvCxnSpPr/>
            <p:nvPr/>
          </p:nvCxnSpPr>
          <p:spPr>
            <a:xfrm>
              <a:off x="1893346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262" name="Google Shape;262;p5" descr="Y:\IMMAGINE _COORDINATA_2014\PPT\modello1\loghi_PNG\03_Polimi_logotipo_bandiera-1riga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4898" y="6346378"/>
            <a:ext cx="2780124" cy="289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stazione sezione" type="secHead">
  <p:cSld name="SECTION_HEADER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6" name="Google Shape;266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7" name="Google Shape;267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8" name="Google Shape;268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to 2" type="twoObj">
  <p:cSld name="TWO_OBJECTS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"/>
          <p:cNvSpPr txBox="1">
            <a:spLocks noGrp="1"/>
          </p:cNvSpPr>
          <p:nvPr>
            <p:ph type="title"/>
          </p:nvPr>
        </p:nvSpPr>
        <p:spPr>
          <a:xfrm>
            <a:off x="288521" y="139166"/>
            <a:ext cx="8581043" cy="8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72" name="Google Shape;272;p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73" name="Google Shape;273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4" name="Google Shape;274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5" name="Google Shape;275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ronto" type="twoTxTwoObj">
  <p:cSld name="TWO_OBJECTS_WITH_TEXT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8"/>
          <p:cNvSpPr txBox="1">
            <a:spLocks noGrp="1"/>
          </p:cNvSpPr>
          <p:nvPr>
            <p:ph type="title"/>
          </p:nvPr>
        </p:nvSpPr>
        <p:spPr>
          <a:xfrm>
            <a:off x="288521" y="139166"/>
            <a:ext cx="8581043" cy="8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79" name="Google Shape;279;p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80" name="Google Shape;280;p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1" name="Google Shape;281;p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82" name="Google Shape;282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3" name="Google Shape;283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4" name="Google Shape;284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itolo" type="titleOnly">
  <p:cSld name="TITLE_ONLY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"/>
          <p:cNvSpPr txBox="1">
            <a:spLocks noGrp="1"/>
          </p:cNvSpPr>
          <p:nvPr>
            <p:ph type="title"/>
          </p:nvPr>
        </p:nvSpPr>
        <p:spPr>
          <a:xfrm>
            <a:off x="288521" y="139166"/>
            <a:ext cx="8581043" cy="8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8" name="Google Shape;288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9" name="Google Shape;289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uoto" type="blank">
  <p:cSld name="BLANK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2" name="Google Shape;292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3" name="Google Shape;293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to con didascalia" type="objTx">
  <p:cSld name="OBJECT_WITH_CAPTION_TEXT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1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97" name="Google Shape;297;p1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98" name="Google Shape;298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9" name="Google Shape;299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0" name="Google Shape;300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magine con didascalia" type="picTx">
  <p:cSld name="PICTURE_WITH_CAPTION_TEXT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1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04" name="Google Shape;304;p1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305" name="Google Shape;305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6" name="Google Shape;306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7" name="Google Shape;307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testo verticale" type="vertTx">
  <p:cSld name="VERTICAL_TEXT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3"/>
          <p:cNvSpPr txBox="1">
            <a:spLocks noGrp="1"/>
          </p:cNvSpPr>
          <p:nvPr>
            <p:ph type="title"/>
          </p:nvPr>
        </p:nvSpPr>
        <p:spPr>
          <a:xfrm>
            <a:off x="288521" y="139166"/>
            <a:ext cx="8581043" cy="8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p13"/>
          <p:cNvSpPr txBox="1">
            <a:spLocks noGrp="1"/>
          </p:cNvSpPr>
          <p:nvPr>
            <p:ph type="body" idx="1"/>
          </p:nvPr>
        </p:nvSpPr>
        <p:spPr>
          <a:xfrm rot="5400000">
            <a:off x="2265945" y="-208544"/>
            <a:ext cx="4525963" cy="8143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1" name="Google Shape;311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2" name="Google Shape;312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3" name="Google Shape;313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verticale e testo" type="vertTitleAndTx">
  <p:cSld name="VERTICAL_TITLE_AND_VERTICAL_TEXT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1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7" name="Google Shape;317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8" name="Google Shape;318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9" name="Google Shape;319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ttangolo 167"/>
          <p:cNvSpPr/>
          <p:nvPr userDrawn="1"/>
        </p:nvSpPr>
        <p:spPr>
          <a:xfrm>
            <a:off x="0" y="3832224"/>
            <a:ext cx="9144000" cy="3025775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69" name="Gruppo 168"/>
          <p:cNvGrpSpPr/>
          <p:nvPr userDrawn="1"/>
        </p:nvGrpSpPr>
        <p:grpSpPr>
          <a:xfrm>
            <a:off x="48007" y="3816351"/>
            <a:ext cx="9036647" cy="180000"/>
            <a:chOff x="1218340" y="275867"/>
            <a:chExt cx="17715122" cy="567843"/>
          </a:xfrm>
        </p:grpSpPr>
        <p:cxnSp>
          <p:nvCxnSpPr>
            <p:cNvPr id="170" name="Connettore 1 169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ttore 1 170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nettore 1 171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nettore 1 172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ttore 1 173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ttore 1 174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ttore 1 175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ttore 1 176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nettore 1 177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ttore 1 178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ttore 1 179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ttore 1 180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Connettore 1 181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ttore 1 182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ttore 1 183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ttore 1 184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ttore 1 185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ttore 1 186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ttore 1 187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ttore 1 188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ttore 1 189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ttore 1 190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ttore 1 191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nettore 1 192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ttore 1 193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nettore 1 194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ttore 1 195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ttore 1 196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nettore 1 197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ttore 1 198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ttore 1 199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ttore 1 200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ttore 1 201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ttore 1 202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ttore 1 203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onnettore 1 204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ttore 1 205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ttore 1 206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nettore 1 207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ttore 1 208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ttore 1 209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onnettore 1 210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ttore 1 211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ttore 1 212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ttore 1 213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ttore 1 214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Connettore 1 215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Connettore 1 216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onnettore 1 217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nettore 1 218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Connettore 1 219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ttore 1 220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nettore 1 221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nettore 1 222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nettore 1 223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nettore 1 224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nettore 1 225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Connettore 1 226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Connettore 1 227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Connettore 1 228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Connettore 1 229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ttore 1 230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nettore 1 231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nettore 1 232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onnettore 1 233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Connettore 1 234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ttore 1 235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Connettore 1 236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onnettore 1 237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Connettore 1 238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Connettore 1 239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ttore 1 240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Connettore 1 241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Connettore 1 242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ttore 1 243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Connettore 1 244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onnettore 1 245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Connettore 1 246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onnettore 1 247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Connettore 1 248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nettore 1 249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nettore 1 250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nettore 1 251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Connettore 1 252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Connettore 1 253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nettore 1 254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Connettore 1 255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Connettore 1 256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Connettore 1 257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Connettore 1 258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Connettore 1 259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Connettore 1 260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Connettore 1 261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Connettore 1 262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Connettore 1 263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Connettore 1 264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Connettore 1 265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Connettore 1 266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Connettore 1 267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Connettore 1 268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Connettore 1 269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Connettore 1 270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Connettore 1 271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Connettore 1 272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Connettore 1 273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nettore 1 274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Connettore 1 275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Connettore 1 276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Connettore 1 277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Connettore 1 278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Connettore 1 279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Connettore 1 280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Connettore 1 281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Connettore 1 282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Connettore 1 283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Connettore 1 284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Connettore 1 285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Connettore 1 286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Connettore 1 287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Connettore 1 288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41534" y="4149725"/>
            <a:ext cx="7772400" cy="96837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641534" y="5260975"/>
            <a:ext cx="7772400" cy="13335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5148126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ttangolo 252"/>
          <p:cNvSpPr/>
          <p:nvPr userDrawn="1"/>
        </p:nvSpPr>
        <p:spPr>
          <a:xfrm>
            <a:off x="0" y="1"/>
            <a:ext cx="9144000" cy="1269904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600200"/>
            <a:ext cx="8323726" cy="4525963"/>
          </a:xfrm>
        </p:spPr>
        <p:txBody>
          <a:bodyPr/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129" name="Rettangolo 128"/>
          <p:cNvSpPr/>
          <p:nvPr userDrawn="1"/>
        </p:nvSpPr>
        <p:spPr>
          <a:xfrm>
            <a:off x="0" y="6126162"/>
            <a:ext cx="9144000" cy="731837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0" name="CasellaDiTesto 129"/>
          <p:cNvSpPr txBox="1"/>
          <p:nvPr userDrawn="1"/>
        </p:nvSpPr>
        <p:spPr>
          <a:xfrm>
            <a:off x="157778" y="6363505"/>
            <a:ext cx="30691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b="1" dirty="0">
                <a:solidFill>
                  <a:srgbClr val="FFFFFF"/>
                </a:solidFill>
                <a:latin typeface="Arial"/>
                <a:cs typeface="Arial"/>
              </a:rPr>
              <a:t>Nome Cognome</a:t>
            </a:r>
            <a:r>
              <a:rPr lang="it-IT" sz="1200" b="1" baseline="0" dirty="0">
                <a:solidFill>
                  <a:srgbClr val="FFFFFF"/>
                </a:solidFill>
                <a:latin typeface="Arial"/>
                <a:cs typeface="Arial"/>
              </a:rPr>
              <a:t>, </a:t>
            </a:r>
            <a:r>
              <a:rPr lang="it-IT" sz="1200" b="1" baseline="0" dirty="0" err="1">
                <a:solidFill>
                  <a:srgbClr val="FFFFFF"/>
                </a:solidFill>
                <a:latin typeface="Arial"/>
                <a:cs typeface="Arial"/>
              </a:rPr>
              <a:t>assoc.prof</a:t>
            </a:r>
            <a:r>
              <a:rPr lang="it-IT" sz="1200" b="1" baseline="0" dirty="0">
                <a:solidFill>
                  <a:srgbClr val="FFFFFF"/>
                </a:solidFill>
                <a:latin typeface="Arial"/>
                <a:cs typeface="Arial"/>
              </a:rPr>
              <a:t>. ABC </a:t>
            </a:r>
            <a:r>
              <a:rPr lang="it-IT" sz="1200" b="1" baseline="0" dirty="0" err="1">
                <a:solidFill>
                  <a:srgbClr val="FFFFFF"/>
                </a:solidFill>
                <a:latin typeface="Arial"/>
                <a:cs typeface="Arial"/>
              </a:rPr>
              <a:t>Dept</a:t>
            </a:r>
            <a:r>
              <a:rPr lang="it-IT" sz="1200" b="1" baseline="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lang="it-IT" sz="12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grpSp>
        <p:nvGrpSpPr>
          <p:cNvPr id="132" name="Gruppo 131"/>
          <p:cNvGrpSpPr/>
          <p:nvPr userDrawn="1"/>
        </p:nvGrpSpPr>
        <p:grpSpPr>
          <a:xfrm>
            <a:off x="48007" y="1089904"/>
            <a:ext cx="9036647" cy="180000"/>
            <a:chOff x="1218340" y="275867"/>
            <a:chExt cx="17715122" cy="567843"/>
          </a:xfrm>
        </p:grpSpPr>
        <p:cxnSp>
          <p:nvCxnSpPr>
            <p:cNvPr id="133" name="Connettore 1 132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nettore 1 133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nettore 1 134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ttore 1 135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nettore 1 136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nettore 1 137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nettore 1 138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nettore 1 139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nettore 1 140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nettore 1 141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onnettore 1 142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nettore 1 143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Connettore 1 144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nettore 1 145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nettore 1 146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ttore 1 147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nettore 1 148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Connettore 1 149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Connettore 1 150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Connettore 1 151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ttore 1 152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Connettore 1 153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Connettore 1 154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ttore 1 155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ttore 1 156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ttore 1 157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nettore 1 158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ttore 1 159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nettore 1 160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nettore 1 161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nettore 1 162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nettore 1 163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nettore 1 164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nettore 1 165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nettore 1 166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nettore 1 167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nettore 1 168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nettore 1 169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ttore 1 170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nettore 1 171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nettore 1 172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ttore 1 173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ttore 1 174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ttore 1 175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ttore 1 176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nettore 1 177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ttore 1 178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ttore 1 179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ttore 1 180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Connettore 1 181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ttore 1 182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ttore 1 183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ttore 1 184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ttore 1 185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ttore 1 186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ttore 1 187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ttore 1 188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ttore 1 189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ttore 1 190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ttore 1 191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nettore 1 192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ttore 1 193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nettore 1 194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ttore 1 195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ttore 1 196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nettore 1 197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ttore 1 198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ttore 1 199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ttore 1 200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ttore 1 201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ttore 1 202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ttore 1 203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onnettore 1 204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ttore 1 205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ttore 1 206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nettore 1 207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ttore 1 208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ttore 1 209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onnettore 1 210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ttore 1 211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ttore 1 212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ttore 1 213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ttore 1 214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Connettore 1 215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Connettore 1 216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onnettore 1 217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nettore 1 218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Connettore 1 219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ttore 1 220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nettore 1 221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nettore 1 222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nettore 1 223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nettore 1 224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nettore 1 225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Connettore 1 226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Connettore 1 227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Connettore 1 228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Connettore 1 229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ttore 1 230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nettore 1 231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nettore 1 232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onnettore 1 233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Connettore 1 234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ttore 1 235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Connettore 1 236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onnettore 1 237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Connettore 1 238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Connettore 1 239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ttore 1 240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Connettore 1 241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Connettore 1 242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ttore 1 243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Connettore 1 244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onnettore 1 245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Connettore 1 246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onnettore 1 247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Connettore 1 248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nettore 1 249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nettore 1 250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nettore 1 251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4" name="Picture 2" descr="Y:\IMMAGINE _COORDINATA_2014\PPT\modello1\loghi_PNG\03_Polimi_logotipo_bandiera-1riga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898" y="6346378"/>
            <a:ext cx="2780124" cy="289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88868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11/09/2023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19221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11/09/2023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60060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11/09/2023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09532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11/09/2023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84421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11/09/2023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59777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11/09/2023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75857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11/09/2023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80638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11/09/2023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15554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11/09/2023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3669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60917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ttangolo 167"/>
          <p:cNvSpPr/>
          <p:nvPr userDrawn="1"/>
        </p:nvSpPr>
        <p:spPr>
          <a:xfrm>
            <a:off x="0" y="3832224"/>
            <a:ext cx="9144000" cy="3025775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69" name="Gruppo 168"/>
          <p:cNvGrpSpPr/>
          <p:nvPr userDrawn="1"/>
        </p:nvGrpSpPr>
        <p:grpSpPr>
          <a:xfrm>
            <a:off x="48007" y="3816351"/>
            <a:ext cx="9036647" cy="180000"/>
            <a:chOff x="1218340" y="275867"/>
            <a:chExt cx="17715122" cy="567843"/>
          </a:xfrm>
        </p:grpSpPr>
        <p:cxnSp>
          <p:nvCxnSpPr>
            <p:cNvPr id="170" name="Connettore 1 169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ttore 1 170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nettore 1 171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nettore 1 172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ttore 1 173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ttore 1 174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ttore 1 175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ttore 1 176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nettore 1 177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ttore 1 178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ttore 1 179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ttore 1 180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Connettore 1 181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ttore 1 182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ttore 1 183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ttore 1 184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ttore 1 185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ttore 1 186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ttore 1 187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ttore 1 188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ttore 1 189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ttore 1 190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ttore 1 191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nettore 1 192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ttore 1 193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nettore 1 194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ttore 1 195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ttore 1 196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nettore 1 197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ttore 1 198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ttore 1 199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ttore 1 200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ttore 1 201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ttore 1 202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ttore 1 203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onnettore 1 204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ttore 1 205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ttore 1 206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nettore 1 207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ttore 1 208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ttore 1 209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onnettore 1 210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ttore 1 211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ttore 1 212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ttore 1 213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ttore 1 214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Connettore 1 215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Connettore 1 216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onnettore 1 217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nettore 1 218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Connettore 1 219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ttore 1 220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nettore 1 221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nettore 1 222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nettore 1 223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nettore 1 224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nettore 1 225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Connettore 1 226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Connettore 1 227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Connettore 1 228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Connettore 1 229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ttore 1 230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nettore 1 231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nettore 1 232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onnettore 1 233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Connettore 1 234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ttore 1 235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Connettore 1 236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onnettore 1 237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Connettore 1 238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Connettore 1 239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ttore 1 240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Connettore 1 241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Connettore 1 242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ttore 1 243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Connettore 1 244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onnettore 1 245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Connettore 1 246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onnettore 1 247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Connettore 1 248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nettore 1 249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nettore 1 250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nettore 1 251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Connettore 1 252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Connettore 1 253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nettore 1 254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Connettore 1 255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Connettore 1 256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Connettore 1 257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Connettore 1 258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Connettore 1 259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Connettore 1 260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Connettore 1 261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Connettore 1 262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Connettore 1 263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Connettore 1 264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Connettore 1 265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Connettore 1 266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Connettore 1 267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Connettore 1 268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Connettore 1 269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Connettore 1 270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Connettore 1 271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Connettore 1 272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Connettore 1 273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nettore 1 274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Connettore 1 275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Connettore 1 276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Connettore 1 277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Connettore 1 278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Connettore 1 279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Connettore 1 280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Connettore 1 281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Connettore 1 282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Connettore 1 283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Connettore 1 284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Connettore 1 285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Connettore 1 286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Connettore 1 287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Connettore 1 288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41534" y="4149725"/>
            <a:ext cx="7772400" cy="96837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641534" y="5260975"/>
            <a:ext cx="7772400" cy="13335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5148126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ttangolo 252"/>
          <p:cNvSpPr/>
          <p:nvPr userDrawn="1"/>
        </p:nvSpPr>
        <p:spPr>
          <a:xfrm>
            <a:off x="0" y="1"/>
            <a:ext cx="9144000" cy="1269904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600200"/>
            <a:ext cx="8323726" cy="4525963"/>
          </a:xfrm>
        </p:spPr>
        <p:txBody>
          <a:bodyPr/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129" name="Rettangolo 128"/>
          <p:cNvSpPr/>
          <p:nvPr userDrawn="1"/>
        </p:nvSpPr>
        <p:spPr>
          <a:xfrm>
            <a:off x="0" y="6126162"/>
            <a:ext cx="9144000" cy="731837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0" name="CasellaDiTesto 129"/>
          <p:cNvSpPr txBox="1"/>
          <p:nvPr userDrawn="1"/>
        </p:nvSpPr>
        <p:spPr>
          <a:xfrm>
            <a:off x="157778" y="6363505"/>
            <a:ext cx="30691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b="1" dirty="0">
                <a:solidFill>
                  <a:srgbClr val="FFFFFF"/>
                </a:solidFill>
                <a:latin typeface="Arial"/>
                <a:cs typeface="Arial"/>
              </a:rPr>
              <a:t>Nome Cognome</a:t>
            </a:r>
            <a:r>
              <a:rPr lang="it-IT" sz="1200" b="1" baseline="0" dirty="0">
                <a:solidFill>
                  <a:srgbClr val="FFFFFF"/>
                </a:solidFill>
                <a:latin typeface="Arial"/>
                <a:cs typeface="Arial"/>
              </a:rPr>
              <a:t>, </a:t>
            </a:r>
            <a:r>
              <a:rPr lang="it-IT" sz="1200" b="1" baseline="0" dirty="0" err="1">
                <a:solidFill>
                  <a:srgbClr val="FFFFFF"/>
                </a:solidFill>
                <a:latin typeface="Arial"/>
                <a:cs typeface="Arial"/>
              </a:rPr>
              <a:t>assoc.prof</a:t>
            </a:r>
            <a:r>
              <a:rPr lang="it-IT" sz="1200" b="1" baseline="0" dirty="0">
                <a:solidFill>
                  <a:srgbClr val="FFFFFF"/>
                </a:solidFill>
                <a:latin typeface="Arial"/>
                <a:cs typeface="Arial"/>
              </a:rPr>
              <a:t>. ABC </a:t>
            </a:r>
            <a:r>
              <a:rPr lang="it-IT" sz="1200" b="1" baseline="0" dirty="0" err="1">
                <a:solidFill>
                  <a:srgbClr val="FFFFFF"/>
                </a:solidFill>
                <a:latin typeface="Arial"/>
                <a:cs typeface="Arial"/>
              </a:rPr>
              <a:t>Dept</a:t>
            </a:r>
            <a:r>
              <a:rPr lang="it-IT" sz="1200" b="1" baseline="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lang="it-IT" sz="12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grpSp>
        <p:nvGrpSpPr>
          <p:cNvPr id="132" name="Gruppo 131"/>
          <p:cNvGrpSpPr/>
          <p:nvPr userDrawn="1"/>
        </p:nvGrpSpPr>
        <p:grpSpPr>
          <a:xfrm>
            <a:off x="48007" y="1089904"/>
            <a:ext cx="9036647" cy="180000"/>
            <a:chOff x="1218340" y="275867"/>
            <a:chExt cx="17715122" cy="567843"/>
          </a:xfrm>
        </p:grpSpPr>
        <p:cxnSp>
          <p:nvCxnSpPr>
            <p:cNvPr id="133" name="Connettore 1 132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nettore 1 133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nettore 1 134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ttore 1 135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nettore 1 136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nettore 1 137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nettore 1 138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nettore 1 139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nettore 1 140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nettore 1 141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onnettore 1 142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nettore 1 143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Connettore 1 144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nettore 1 145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nettore 1 146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ttore 1 147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nettore 1 148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Connettore 1 149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Connettore 1 150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Connettore 1 151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ttore 1 152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Connettore 1 153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Connettore 1 154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ttore 1 155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ttore 1 156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ttore 1 157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nettore 1 158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ttore 1 159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nettore 1 160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nettore 1 161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nettore 1 162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nettore 1 163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nettore 1 164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nettore 1 165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nettore 1 166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nettore 1 167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nettore 1 168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nettore 1 169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ttore 1 170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nettore 1 171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nettore 1 172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ttore 1 173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ttore 1 174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ttore 1 175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ttore 1 176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nettore 1 177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ttore 1 178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ttore 1 179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ttore 1 180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Connettore 1 181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ttore 1 182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ttore 1 183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ttore 1 184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ttore 1 185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ttore 1 186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ttore 1 187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ttore 1 188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ttore 1 189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ttore 1 190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ttore 1 191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nettore 1 192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ttore 1 193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nettore 1 194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ttore 1 195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ttore 1 196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nettore 1 197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ttore 1 198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ttore 1 199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ttore 1 200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ttore 1 201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ttore 1 202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ttore 1 203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onnettore 1 204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ttore 1 205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ttore 1 206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nettore 1 207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ttore 1 208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ttore 1 209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onnettore 1 210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ttore 1 211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ttore 1 212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ttore 1 213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ttore 1 214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Connettore 1 215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Connettore 1 216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onnettore 1 217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nettore 1 218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Connettore 1 219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ttore 1 220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nettore 1 221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nettore 1 222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nettore 1 223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nettore 1 224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nettore 1 225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Connettore 1 226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Connettore 1 227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Connettore 1 228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Connettore 1 229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ttore 1 230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nettore 1 231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nettore 1 232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onnettore 1 233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Connettore 1 234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ttore 1 235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Connettore 1 236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onnettore 1 237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Connettore 1 238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Connettore 1 239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ttore 1 240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Connettore 1 241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Connettore 1 242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ttore 1 243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Connettore 1 244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onnettore 1 245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Connettore 1 246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onnettore 1 247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Connettore 1 248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nettore 1 249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nettore 1 250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nettore 1 251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4" name="Picture 2" descr="Y:\IMMAGINE _COORDINATA_2014\PPT\modello1\loghi_PNG\03_Polimi_logotipo_bandiera-1riga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898" y="6346378"/>
            <a:ext cx="2780124" cy="289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88868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19221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60060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09532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84421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59777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75857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80638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15554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366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88521" y="139166"/>
            <a:ext cx="8581043" cy="8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sz="2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143452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»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288521" y="139166"/>
            <a:ext cx="8581043" cy="8404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it-IT" dirty="0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14345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119611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indent="0" algn="l" defTabSz="457200" rtl="0" eaLnBrk="1" latinLnBrk="0" hangingPunct="1">
        <a:spcBef>
          <a:spcPct val="0"/>
        </a:spcBef>
        <a:buNone/>
        <a:defRPr sz="2200" b="1" kern="1200">
          <a:solidFill>
            <a:schemeClr val="bg1"/>
          </a:solidFill>
          <a:latin typeface="Arial"/>
          <a:ea typeface="+mj-ea"/>
          <a:cs typeface="Arial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Wingdings" charset="2"/>
        <a:buNone/>
        <a:defRPr sz="22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2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288521" y="139166"/>
            <a:ext cx="8581043" cy="8404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it-IT" dirty="0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14345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119611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hdr="0" ftr="0" dt="0"/>
  <p:txStyles>
    <p:titleStyle>
      <a:lvl1pPr marL="0" indent="0" algn="l" defTabSz="457200" rtl="0" eaLnBrk="1" latinLnBrk="0" hangingPunct="1">
        <a:spcBef>
          <a:spcPct val="0"/>
        </a:spcBef>
        <a:buNone/>
        <a:defRPr sz="2200" b="1" kern="1200">
          <a:solidFill>
            <a:schemeClr val="bg1"/>
          </a:solidFill>
          <a:latin typeface="Arial"/>
          <a:ea typeface="+mj-ea"/>
          <a:cs typeface="Arial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Wingdings" charset="2"/>
        <a:buNone/>
        <a:defRPr sz="22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2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Google Shape;456;p16" descr="01_Polimi_centrato_COL_positivo.ep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65515" y="557368"/>
            <a:ext cx="3927933" cy="3103696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6"/>
          <p:cNvSpPr txBox="1">
            <a:spLocks noGrp="1"/>
          </p:cNvSpPr>
          <p:nvPr>
            <p:ph type="ctrTitle"/>
          </p:nvPr>
        </p:nvSpPr>
        <p:spPr>
          <a:xfrm>
            <a:off x="641534" y="4149725"/>
            <a:ext cx="7772400" cy="96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ctr"/>
            <a:r>
              <a:rPr lang="it-IT" dirty="0"/>
              <a:t>PROVA FINALE</a:t>
            </a:r>
          </a:p>
        </p:txBody>
      </p:sp>
      <p:sp>
        <p:nvSpPr>
          <p:cNvPr id="458" name="Google Shape;458;p16"/>
          <p:cNvSpPr txBox="1">
            <a:spLocks noGrp="1"/>
          </p:cNvSpPr>
          <p:nvPr>
            <p:ph type="subTitle" idx="1"/>
          </p:nvPr>
        </p:nvSpPr>
        <p:spPr>
          <a:xfrm>
            <a:off x="388307" y="5260975"/>
            <a:ext cx="8343743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it-IT" sz="1800" dirty="0"/>
              <a:t>Gruppo 6: Alessandro Gorla, Alessandro Lanza, Andrea Galenda, Eddie Lucchi</a:t>
            </a:r>
            <a:endParaRPr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8"/>
          <p:cNvSpPr txBox="1">
            <a:spLocks noGrp="1"/>
          </p:cNvSpPr>
          <p:nvPr>
            <p:ph type="title"/>
          </p:nvPr>
        </p:nvSpPr>
        <p:spPr>
          <a:xfrm>
            <a:off x="288521" y="139166"/>
            <a:ext cx="8581043" cy="8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SzPts val="2200"/>
            </a:pPr>
            <a:r>
              <a:rPr lang="it-IT" dirty="0"/>
              <a:t>Introduzione</a:t>
            </a:r>
            <a:endParaRPr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595C48CE-4029-A0B2-3EC6-5C1BB0AAB159}"/>
              </a:ext>
            </a:extLst>
          </p:cNvPr>
          <p:cNvSpPr/>
          <p:nvPr/>
        </p:nvSpPr>
        <p:spPr>
          <a:xfrm>
            <a:off x="256232" y="6413360"/>
            <a:ext cx="2888901" cy="180870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0ECAF3A-FFEF-CEB1-E845-547058DB5E43}"/>
              </a:ext>
            </a:extLst>
          </p:cNvPr>
          <p:cNvSpPr txBox="1"/>
          <p:nvPr/>
        </p:nvSpPr>
        <p:spPr>
          <a:xfrm>
            <a:off x="4352108" y="6348548"/>
            <a:ext cx="34398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b="1" dirty="0">
                <a:solidFill>
                  <a:schemeClr val="bg1"/>
                </a:solidFill>
              </a:rPr>
              <a:t>2</a:t>
            </a:r>
          </a:p>
        </p:txBody>
      </p:sp>
      <p:pic>
        <p:nvPicPr>
          <p:cNvPr id="8" name="Immagine 7" descr="Immagine che contiene schermata, cartone animato, design&#10;&#10;Descrizione generata automaticamente">
            <a:extLst>
              <a:ext uri="{FF2B5EF4-FFF2-40B4-BE49-F238E27FC236}">
                <a16:creationId xmlns:a16="http://schemas.microsoft.com/office/drawing/2014/main" id="{9A8B534B-0E26-230D-7C7D-87E3760C9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95" y="3315380"/>
            <a:ext cx="4086498" cy="1825263"/>
          </a:xfrm>
          <a:prstGeom prst="rect">
            <a:avLst/>
          </a:prstGeom>
        </p:spPr>
      </p:pic>
      <p:pic>
        <p:nvPicPr>
          <p:cNvPr id="9" name="Immagine 8" descr="Immagine che contiene design, interno&#10;&#10;Descrizione generata automaticamente">
            <a:extLst>
              <a:ext uri="{FF2B5EF4-FFF2-40B4-BE49-F238E27FC236}">
                <a16:creationId xmlns:a16="http://schemas.microsoft.com/office/drawing/2014/main" id="{E98BAE52-74B3-DBEB-FBD0-D04371D0EC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3917" y="3314563"/>
            <a:ext cx="3468461" cy="1831250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9343E82-C030-3A0D-6A60-2C983F29C0FB}"/>
              </a:ext>
            </a:extLst>
          </p:cNvPr>
          <p:cNvSpPr txBox="1"/>
          <p:nvPr/>
        </p:nvSpPr>
        <p:spPr>
          <a:xfrm>
            <a:off x="468085" y="1491343"/>
            <a:ext cx="8186057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it-IT" sz="1800" dirty="0"/>
              <a:t>Il progetto consiste nello svolgere un'ottimizzazione di costo del sistema di sollevamento del tavolo "</a:t>
            </a:r>
            <a:r>
              <a:rPr lang="it-IT" sz="1800" err="1"/>
              <a:t>Moviplan</a:t>
            </a:r>
            <a:r>
              <a:rPr lang="it-IT" sz="1800" dirty="0"/>
              <a:t> IC", prodotto da Villa Sistemi Medicali. </a:t>
            </a:r>
            <a:endParaRPr lang="it-IT"/>
          </a:p>
          <a:p>
            <a:pPr algn="just"/>
            <a:r>
              <a:rPr lang="it-IT" sz="1800" dirty="0"/>
              <a:t>La struttura è composta da un pantografo semplice, con due coppie di aste unite tra loro tramite un sistema di traverse.</a:t>
            </a:r>
          </a:p>
          <a:p>
            <a:pPr algn="just"/>
            <a:r>
              <a:rPr lang="it-IT" sz="1800" dirty="0"/>
              <a:t>La movimentazione è garantita da un attuatore lineare a vite senza fine.</a:t>
            </a:r>
          </a:p>
        </p:txBody>
      </p:sp>
    </p:spTree>
    <p:extLst>
      <p:ext uri="{BB962C8B-B14F-4D97-AF65-F5344CB8AC3E}">
        <p14:creationId xmlns:p14="http://schemas.microsoft.com/office/powerpoint/2010/main" val="3594778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8"/>
          <p:cNvSpPr txBox="1">
            <a:spLocks noGrp="1"/>
          </p:cNvSpPr>
          <p:nvPr>
            <p:ph type="title"/>
          </p:nvPr>
        </p:nvSpPr>
        <p:spPr>
          <a:xfrm>
            <a:off x="288521" y="139166"/>
            <a:ext cx="8581043" cy="8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SzPts val="2200"/>
            </a:pPr>
            <a:r>
              <a:rPr lang="it-IT" dirty="0"/>
              <a:t>Attuatore - disposizione</a:t>
            </a:r>
            <a:endParaRPr dirty="0"/>
          </a:p>
        </p:txBody>
      </p:sp>
      <p:sp>
        <p:nvSpPr>
          <p:cNvPr id="596" name="Google Shape;596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323726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just">
              <a:spcBef>
                <a:spcPts val="0"/>
              </a:spcBef>
              <a:buSzPts val="2200"/>
            </a:pPr>
            <a:r>
              <a:rPr lang="it-IT" dirty="0"/>
              <a:t>Al fine di ridurre il costo del motore, si è optato per una modifica al posizionamento del gruppo attuatore, passando da una disposizione a inclinazione variabile ad una </a:t>
            </a:r>
            <a:r>
              <a:rPr lang="it-IT" u="sng" dirty="0"/>
              <a:t>fissa nel piano orizzontale</a:t>
            </a:r>
            <a:r>
              <a:rPr lang="it-IT" dirty="0"/>
              <a:t>.</a:t>
            </a:r>
            <a:endParaRPr lang="it-IT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595C48CE-4029-A0B2-3EC6-5C1BB0AAB159}"/>
              </a:ext>
            </a:extLst>
          </p:cNvPr>
          <p:cNvSpPr/>
          <p:nvPr/>
        </p:nvSpPr>
        <p:spPr>
          <a:xfrm>
            <a:off x="256232" y="6413360"/>
            <a:ext cx="2888901" cy="180870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63C7881-29DC-9DF0-00D0-536C67D5F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751" y="3165438"/>
            <a:ext cx="3858566" cy="2662399"/>
          </a:xfrm>
          <a:prstGeom prst="rect">
            <a:avLst/>
          </a:prstGeom>
        </p:spPr>
      </p:pic>
      <p:pic>
        <p:nvPicPr>
          <p:cNvPr id="5" name="Immagine 4" descr="Immagine che contiene parco giochi, arte&#10;&#10;Descrizione generata automaticamente">
            <a:extLst>
              <a:ext uri="{FF2B5EF4-FFF2-40B4-BE49-F238E27FC236}">
                <a16:creationId xmlns:a16="http://schemas.microsoft.com/office/drawing/2014/main" id="{D3735D9A-1F41-517A-9B48-1177406AB4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940" y="3164289"/>
            <a:ext cx="3705330" cy="2664698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60ECAF3A-FFEF-CEB1-E845-547058DB5E43}"/>
              </a:ext>
            </a:extLst>
          </p:cNvPr>
          <p:cNvSpPr txBox="1"/>
          <p:nvPr/>
        </p:nvSpPr>
        <p:spPr>
          <a:xfrm>
            <a:off x="4352108" y="6348548"/>
            <a:ext cx="34398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b="1" dirty="0">
                <a:solidFill>
                  <a:schemeClr val="bg1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8B91C9-40F6-149B-60E3-2D8808127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Attuatore - disposizione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D29EFA0-5C94-2D7A-B29B-4F9197C21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74596"/>
            <a:ext cx="4344579" cy="4651567"/>
          </a:xfrm>
        </p:spPr>
        <p:txBody>
          <a:bodyPr>
            <a:normAutofit/>
          </a:bodyPr>
          <a:lstStyle/>
          <a:p>
            <a:r>
              <a:rPr lang="it-IT" sz="1800" dirty="0"/>
              <a:t>Vantaggi:</a:t>
            </a:r>
          </a:p>
          <a:p>
            <a:pPr marL="571500" indent="-342900">
              <a:buFont typeface="Arial"/>
              <a:buChar char="•"/>
            </a:pPr>
            <a:r>
              <a:rPr lang="it-IT" sz="1800" dirty="0"/>
              <a:t>eliminazione giunto doppio</a:t>
            </a:r>
          </a:p>
          <a:p>
            <a:pPr marL="571500" indent="-342900">
              <a:buFont typeface="Arial"/>
              <a:buChar char="•"/>
            </a:pPr>
            <a:r>
              <a:rPr lang="it-IT" sz="1800" dirty="0"/>
              <a:t>riduzione forza massima necessaria</a:t>
            </a:r>
          </a:p>
          <a:p>
            <a:pPr marL="571500" indent="-342900">
              <a:buFont typeface="Arial"/>
              <a:buChar char="•"/>
            </a:pPr>
            <a:r>
              <a:rPr lang="it-IT" sz="1800" dirty="0"/>
              <a:t>migliore predisposizione all'alloggiamento delle molle</a:t>
            </a:r>
          </a:p>
          <a:p>
            <a:pPr marL="571500" indent="-342900">
              <a:buFont typeface="Arial"/>
              <a:buChar char="•"/>
            </a:pPr>
            <a:endParaRPr lang="it-IT" sz="1800" dirty="0"/>
          </a:p>
          <a:p>
            <a:pPr marL="228600" indent="0"/>
            <a:endParaRPr lang="it-IT" sz="1800" dirty="0"/>
          </a:p>
        </p:txBody>
      </p:sp>
      <p:pic>
        <p:nvPicPr>
          <p:cNvPr id="4" name="Immagine 3" descr="Immagine che contiene schermata, cartone animato, schizzo, design&#10;&#10;Descrizione generata automaticamente">
            <a:extLst>
              <a:ext uri="{FF2B5EF4-FFF2-40B4-BE49-F238E27FC236}">
                <a16:creationId xmlns:a16="http://schemas.microsoft.com/office/drawing/2014/main" id="{E78191C4-9CD3-438F-7CF7-3180BD8D3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253" y="3590515"/>
            <a:ext cx="2743200" cy="2214024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DA5834B4-D847-341C-8DA8-8E100B81787D}"/>
              </a:ext>
            </a:extLst>
          </p:cNvPr>
          <p:cNvSpPr/>
          <p:nvPr/>
        </p:nvSpPr>
        <p:spPr>
          <a:xfrm>
            <a:off x="256232" y="6413360"/>
            <a:ext cx="2888901" cy="180870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C31596DA-A593-AC8B-C2CB-BA94F4D0D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4510" y="3592300"/>
            <a:ext cx="4456444" cy="2210609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021D2C94-7AAF-53B6-93D4-F4283F4C89B7}"/>
              </a:ext>
            </a:extLst>
          </p:cNvPr>
          <p:cNvSpPr txBox="1"/>
          <p:nvPr/>
        </p:nvSpPr>
        <p:spPr>
          <a:xfrm>
            <a:off x="4793063" y="1529861"/>
            <a:ext cx="386610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800" dirty="0"/>
              <a:t>Svantaggi:</a:t>
            </a:r>
          </a:p>
          <a:p>
            <a:pPr marL="285750" indent="-285750">
              <a:buChar char="•"/>
            </a:pPr>
            <a:r>
              <a:rPr lang="it-IT" sz="1800" dirty="0"/>
              <a:t>incremento di lunghezza della vite senza fine </a:t>
            </a:r>
          </a:p>
          <a:p>
            <a:pPr marL="285750" indent="-285750">
              <a:buChar char="•"/>
            </a:pPr>
            <a:r>
              <a:rPr lang="it-IT" sz="1800" dirty="0"/>
              <a:t>maggiori sollecitazioni nella parte inferiore dei bracci</a:t>
            </a:r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6145610-FCFA-5523-48CD-CD0B1F79C948}"/>
              </a:ext>
            </a:extLst>
          </p:cNvPr>
          <p:cNvSpPr txBox="1"/>
          <p:nvPr/>
        </p:nvSpPr>
        <p:spPr>
          <a:xfrm>
            <a:off x="4352108" y="6348548"/>
            <a:ext cx="34398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b="1" dirty="0">
                <a:solidFill>
                  <a:schemeClr val="bg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66677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8B91C9-40F6-149B-60E3-2D8808127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Attuatore - fissaggio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D29EFA0-5C94-2D7A-B29B-4F9197C21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8521" y="1370679"/>
            <a:ext cx="8183049" cy="4651567"/>
          </a:xfrm>
        </p:spPr>
        <p:txBody>
          <a:bodyPr>
            <a:normAutofit/>
          </a:bodyPr>
          <a:lstStyle/>
          <a:p>
            <a:pPr marL="228600" indent="0" algn="just"/>
            <a:r>
              <a:rPr lang="it-IT" sz="2000" dirty="0"/>
              <a:t>Il precedente giunto doppio viene sostituito da una forcella fissata direttamente alla traversa del basamento, in modo tale da </a:t>
            </a:r>
            <a:r>
              <a:rPr lang="it-IT" sz="2000" u="sng" dirty="0"/>
              <a:t>consentire la rotazione nel piano orizzontale</a:t>
            </a:r>
            <a:r>
              <a:rPr lang="it-IT" sz="2000" dirty="0"/>
              <a:t>, necessaria per garantire l’assenza di momento flettente sulla vite senza fine.</a:t>
            </a:r>
          </a:p>
          <a:p>
            <a:pPr marL="228600" indent="0" algn="just"/>
            <a:endParaRPr lang="it-IT" sz="2000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DA5834B4-D847-341C-8DA8-8E100B81787D}"/>
              </a:ext>
            </a:extLst>
          </p:cNvPr>
          <p:cNvSpPr/>
          <p:nvPr/>
        </p:nvSpPr>
        <p:spPr>
          <a:xfrm>
            <a:off x="256232" y="6413360"/>
            <a:ext cx="2888901" cy="180870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 descr="Immagine che contiene Modellazione 3D, schermata, cartone animato&#10;&#10;Descrizione generata automaticamente">
            <a:extLst>
              <a:ext uri="{FF2B5EF4-FFF2-40B4-BE49-F238E27FC236}">
                <a16:creationId xmlns:a16="http://schemas.microsoft.com/office/drawing/2014/main" id="{8330EA08-C987-48B3-1E77-84A355F02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811878"/>
            <a:ext cx="3900667" cy="2924148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D87A42DF-CDA1-9548-1A3B-19387C3B2737}"/>
              </a:ext>
            </a:extLst>
          </p:cNvPr>
          <p:cNvSpPr txBox="1"/>
          <p:nvPr/>
        </p:nvSpPr>
        <p:spPr>
          <a:xfrm>
            <a:off x="4352108" y="6348548"/>
            <a:ext cx="34398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b="1" dirty="0">
                <a:solidFill>
                  <a:schemeClr val="bg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4565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8B91C9-40F6-149B-60E3-2D8808127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Attuatore – sostituzione motore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D29EFA0-5C94-2D7A-B29B-4F9197C21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74596"/>
            <a:ext cx="8183049" cy="4651567"/>
          </a:xfrm>
        </p:spPr>
        <p:txBody>
          <a:bodyPr>
            <a:normAutofit/>
          </a:bodyPr>
          <a:lstStyle/>
          <a:p>
            <a:pPr marL="228600" indent="0" algn="just"/>
            <a:r>
              <a:rPr lang="it-IT" sz="1600" dirty="0"/>
              <a:t>In seguito ad una valutazione delle forze in quattro diverse condizioni di carico, sono state identificate le forze massime, statiche e dinamiche, richieste all'attuatore:</a:t>
            </a:r>
          </a:p>
          <a:p>
            <a:pPr marL="514350" indent="-285750" algn="just">
              <a:buFont typeface="Arial"/>
              <a:buChar char="•"/>
            </a:pPr>
            <a:r>
              <a:rPr lang="it-IT" sz="1600" dirty="0"/>
              <a:t>forza massima </a:t>
            </a:r>
            <a:r>
              <a:rPr lang="it-IT" sz="1600" u="sng" dirty="0"/>
              <a:t>statica</a:t>
            </a:r>
            <a:r>
              <a:rPr lang="it-IT" sz="1600" dirty="0"/>
              <a:t>: 9475 N</a:t>
            </a:r>
          </a:p>
          <a:p>
            <a:pPr marL="514350" indent="-285750" algn="just">
              <a:buFont typeface="Arial"/>
              <a:buChar char="•"/>
            </a:pPr>
            <a:r>
              <a:rPr lang="it-IT" sz="1600" dirty="0"/>
              <a:t>forza massima </a:t>
            </a:r>
            <a:r>
              <a:rPr lang="it-IT" sz="1600" u="sng" dirty="0"/>
              <a:t>dinamica</a:t>
            </a:r>
            <a:r>
              <a:rPr lang="it-IT" sz="1600" dirty="0"/>
              <a:t>: 6333 N</a:t>
            </a:r>
          </a:p>
          <a:p>
            <a:pPr marL="228600" indent="0" algn="just"/>
            <a:r>
              <a:rPr lang="it-IT" sz="1600" dirty="0"/>
              <a:t>È stato dunque possibile passare ad un motore di taglia inferiore.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DA5834B4-D847-341C-8DA8-8E100B81787D}"/>
              </a:ext>
            </a:extLst>
          </p:cNvPr>
          <p:cNvSpPr/>
          <p:nvPr/>
        </p:nvSpPr>
        <p:spPr>
          <a:xfrm>
            <a:off x="256232" y="6413360"/>
            <a:ext cx="2888901" cy="180870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Immagine 4" descr="Immagine che contiene testo, diagramma, linea, Diagramma&#10;&#10;Descrizione generata automaticamente">
            <a:extLst>
              <a:ext uri="{FF2B5EF4-FFF2-40B4-BE49-F238E27FC236}">
                <a16:creationId xmlns:a16="http://schemas.microsoft.com/office/drawing/2014/main" id="{EBED3E81-6C20-D336-C979-F3D6E0EA7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211" y="3117191"/>
            <a:ext cx="5267858" cy="2850119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2AA88B66-4765-BB93-2773-4403BF45B938}"/>
              </a:ext>
            </a:extLst>
          </p:cNvPr>
          <p:cNvSpPr txBox="1"/>
          <p:nvPr/>
        </p:nvSpPr>
        <p:spPr>
          <a:xfrm>
            <a:off x="4352108" y="6348548"/>
            <a:ext cx="34398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b="1" dirty="0">
                <a:solidFill>
                  <a:schemeClr val="bg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126542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88521" y="304800"/>
            <a:ext cx="8581043" cy="674766"/>
          </a:xfrm>
        </p:spPr>
        <p:txBody>
          <a:bodyPr/>
          <a:lstStyle/>
          <a:p>
            <a:r>
              <a:rPr lang="it-IT" dirty="0"/>
              <a:t>Traversa attuatore - caratteristiche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600201"/>
            <a:ext cx="8323726" cy="985684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it-IT" dirty="0"/>
              <a:t>La traversa attuatore deve necessariamente possedere le seguenti caratteristiche:</a:t>
            </a:r>
          </a:p>
          <a:p>
            <a:pPr marL="342900" indent="-342900">
              <a:buFont typeface="Arial" charset="2"/>
              <a:buChar char="•"/>
            </a:pPr>
            <a:r>
              <a:rPr lang="it-IT" dirty="0"/>
              <a:t>fornire una superficie di </a:t>
            </a:r>
            <a:r>
              <a:rPr lang="it-IT" u="sng" dirty="0"/>
              <a:t>supporto sulle molle</a:t>
            </a:r>
          </a:p>
          <a:p>
            <a:pPr marL="342900" indent="-342900">
              <a:buFont typeface="Arial" charset="2"/>
              <a:buChar char="•"/>
            </a:pPr>
            <a:r>
              <a:rPr lang="it-IT" dirty="0"/>
              <a:t>mantenere un</a:t>
            </a:r>
            <a:r>
              <a:rPr lang="it-IT" u="sng" dirty="0"/>
              <a:t> orientamento solidale alla chiocciola</a:t>
            </a:r>
          </a:p>
          <a:p>
            <a:pPr marL="342900" indent="-342900">
              <a:buFont typeface="Arial" charset="2"/>
              <a:buChar char="•"/>
            </a:pPr>
            <a:r>
              <a:rPr lang="it-IT" dirty="0"/>
              <a:t>resistere al </a:t>
            </a:r>
            <a:r>
              <a:rPr lang="it-IT" u="sng" dirty="0"/>
              <a:t>momento flettente</a:t>
            </a:r>
            <a:r>
              <a:rPr lang="it-IT" dirty="0"/>
              <a:t> generato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4100006-41F4-938A-9A8A-B9D03068C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18" y="3043766"/>
            <a:ext cx="5044558" cy="2700512"/>
          </a:xfrm>
          <a:prstGeom prst="rect">
            <a:avLst/>
          </a:prstGeom>
        </p:spPr>
      </p:pic>
      <p:pic>
        <p:nvPicPr>
          <p:cNvPr id="4" name="Immagine 3" descr="Immagine che contiene schizzo, disegno, diagramma, linea&#10;&#10;Descrizione generata automaticamente">
            <a:extLst>
              <a:ext uri="{FF2B5EF4-FFF2-40B4-BE49-F238E27FC236}">
                <a16:creationId xmlns:a16="http://schemas.microsoft.com/office/drawing/2014/main" id="{BFE3B40F-2D7C-2072-D8B5-A74B7F9A2AC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907" t="-2016" r="-1055" b="1613"/>
          <a:stretch/>
        </p:blipFill>
        <p:spPr>
          <a:xfrm>
            <a:off x="6528121" y="3293134"/>
            <a:ext cx="1892463" cy="2204727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A5812D5C-4552-5A0B-FA83-6E91F958B4EA}"/>
              </a:ext>
            </a:extLst>
          </p:cNvPr>
          <p:cNvSpPr/>
          <p:nvPr/>
        </p:nvSpPr>
        <p:spPr>
          <a:xfrm>
            <a:off x="256232" y="6413360"/>
            <a:ext cx="2888901" cy="180870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5C13418-1C5D-86D3-DDA8-4F77E28879A2}"/>
              </a:ext>
            </a:extLst>
          </p:cNvPr>
          <p:cNvSpPr txBox="1"/>
          <p:nvPr/>
        </p:nvSpPr>
        <p:spPr>
          <a:xfrm>
            <a:off x="4352108" y="6348548"/>
            <a:ext cx="34398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b="1" dirty="0">
                <a:solidFill>
                  <a:schemeClr val="bg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65240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88521" y="304800"/>
            <a:ext cx="8581043" cy="674766"/>
          </a:xfrm>
        </p:spPr>
        <p:txBody>
          <a:bodyPr/>
          <a:lstStyle/>
          <a:p>
            <a:r>
              <a:rPr lang="it-IT" dirty="0"/>
              <a:t>Traversa attuatore - soluzioni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L'inclinazione deve rimanere costante lungo la corsa, è dunque necessario permettere la rotazione relativa tra traversa e aste. 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74EB8B1-5372-26DC-B9DF-ECA44A79C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93" y="2691425"/>
            <a:ext cx="8264325" cy="3171212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A5812D5C-4552-5A0B-FA83-6E91F958B4EA}"/>
              </a:ext>
            </a:extLst>
          </p:cNvPr>
          <p:cNvSpPr/>
          <p:nvPr/>
        </p:nvSpPr>
        <p:spPr>
          <a:xfrm>
            <a:off x="256232" y="6413360"/>
            <a:ext cx="2888901" cy="180870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44E0FF5-4BD4-A698-2526-26745831F9A7}"/>
              </a:ext>
            </a:extLst>
          </p:cNvPr>
          <p:cNvSpPr txBox="1"/>
          <p:nvPr/>
        </p:nvSpPr>
        <p:spPr>
          <a:xfrm>
            <a:off x="4352108" y="6348548"/>
            <a:ext cx="34398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b="1" dirty="0">
                <a:solidFill>
                  <a:schemeClr val="bg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561297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88521" y="275303"/>
            <a:ext cx="8581043" cy="704263"/>
          </a:xfrm>
        </p:spPr>
        <p:txBody>
          <a:bodyPr/>
          <a:lstStyle/>
          <a:p>
            <a:r>
              <a:rPr lang="it-IT" dirty="0"/>
              <a:t>Traversa attuatore – condizioni di carico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13E4937-7BD9-1369-4DB3-3EC2DA1F8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717" y="3081463"/>
            <a:ext cx="4415745" cy="2512297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A5812D5C-4552-5A0B-FA83-6E91F958B4EA}"/>
              </a:ext>
            </a:extLst>
          </p:cNvPr>
          <p:cNvSpPr/>
          <p:nvPr/>
        </p:nvSpPr>
        <p:spPr>
          <a:xfrm>
            <a:off x="256232" y="6413360"/>
            <a:ext cx="2888901" cy="180870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CDB886-56FA-A14F-89AE-74FE65C70A7D}"/>
              </a:ext>
            </a:extLst>
          </p:cNvPr>
          <p:cNvSpPr txBox="1"/>
          <p:nvPr/>
        </p:nvSpPr>
        <p:spPr>
          <a:xfrm>
            <a:off x="361708" y="1417898"/>
            <a:ext cx="8492924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it-IT" sz="2000" dirty="0">
                <a:cs typeface="Calibri"/>
              </a:rPr>
              <a:t>La condizione più sfavorevole risulta verificarsi quando il carico è posizionato in modo asimmetrico rispetto al sistema di sollevamento (forza statica applicata fuori dal piano di simmetria longitudinale del pantografo, condizione 3a). </a:t>
            </a:r>
          </a:p>
        </p:txBody>
      </p:sp>
      <p:pic>
        <p:nvPicPr>
          <p:cNvPr id="6" name="Immagine 5" descr="Immagine che contiene schermata, testo, design&#10;&#10;Descrizione generata automaticamente">
            <a:extLst>
              <a:ext uri="{FF2B5EF4-FFF2-40B4-BE49-F238E27FC236}">
                <a16:creationId xmlns:a16="http://schemas.microsoft.com/office/drawing/2014/main" id="{1C983CED-8A1A-6DDD-3B91-51C03B1951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4504"/>
          <a:stretch/>
        </p:blipFill>
        <p:spPr>
          <a:xfrm>
            <a:off x="711843" y="3014588"/>
            <a:ext cx="2743202" cy="2588837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AF283653-C238-745E-99ED-016356DB4FD7}"/>
              </a:ext>
            </a:extLst>
          </p:cNvPr>
          <p:cNvSpPr txBox="1"/>
          <p:nvPr/>
        </p:nvSpPr>
        <p:spPr>
          <a:xfrm>
            <a:off x="4352108" y="6348548"/>
            <a:ext cx="34398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b="1" dirty="0">
                <a:solidFill>
                  <a:schemeClr val="bg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66856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Molle - posizionamento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it-IT" sz="1800" dirty="0"/>
              <a:t>Al fine di far lavorare le molle nella situazione di carico più sfavorevole si è scelto di posizionarle tra la piastra finale del basamento e la traversa dell’attuatore.</a:t>
            </a:r>
            <a:endParaRPr lang="it-IT" sz="2400" dirty="0"/>
          </a:p>
        </p:txBody>
      </p:sp>
      <p:pic>
        <p:nvPicPr>
          <p:cNvPr id="5" name="Immagine 4" descr="Immagine che contiene schermata, linea, aria aperta, asta&#10;&#10;Descrizione generata automaticamente">
            <a:extLst>
              <a:ext uri="{FF2B5EF4-FFF2-40B4-BE49-F238E27FC236}">
                <a16:creationId xmlns:a16="http://schemas.microsoft.com/office/drawing/2014/main" id="{A2A400D9-A8FD-E48A-E298-BB57F7128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32601"/>
            <a:ext cx="3295380" cy="288213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F3BBB51-3E6A-0ECD-8875-A537EBAA7D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9238" y="2732601"/>
            <a:ext cx="4567561" cy="2882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EE6D533E-5DB1-7CD8-1436-08487902F537}"/>
              </a:ext>
            </a:extLst>
          </p:cNvPr>
          <p:cNvSpPr/>
          <p:nvPr/>
        </p:nvSpPr>
        <p:spPr>
          <a:xfrm>
            <a:off x="256232" y="6413360"/>
            <a:ext cx="2888901" cy="180870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E95E6D3-31B2-4028-4D1B-FB8C389172F0}"/>
              </a:ext>
            </a:extLst>
          </p:cNvPr>
          <p:cNvSpPr txBox="1"/>
          <p:nvPr/>
        </p:nvSpPr>
        <p:spPr>
          <a:xfrm>
            <a:off x="4352108" y="6348548"/>
            <a:ext cx="4498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b="1" dirty="0">
                <a:solidFill>
                  <a:schemeClr val="bg1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01154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0A04F4-1797-6098-A7D0-BB61D4B7A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Molle - ancoraggio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FB9ED90-C957-EE36-46DF-33C229019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it-IT" sz="2000" dirty="0"/>
              <a:t>La molla viene mantenuta in posizione grazie ad una tazza in materiale plastico rigido fissata direttamente alla piastra finale.</a:t>
            </a:r>
            <a:endParaRPr lang="it-IT" sz="2800" dirty="0"/>
          </a:p>
          <a:p>
            <a:pPr algn="just"/>
            <a:r>
              <a:rPr lang="it-IT" sz="2000" dirty="0"/>
              <a:t>Per impedire inoltre spostamenti radiali sono stati inseriti dei piattelli di contenimento.</a:t>
            </a:r>
            <a:endParaRPr lang="it-IT" sz="280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0442554-0E2A-B5F9-00D1-9BA315AF3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507" y="3181675"/>
            <a:ext cx="3523123" cy="2076125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780B663E-6DEE-07EE-916E-9284FE1DE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5811" y="3181675"/>
            <a:ext cx="3678681" cy="2023273"/>
          </a:xfrm>
          <a:prstGeom prst="rect">
            <a:avLst/>
          </a:prstGeom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6FD55457-352D-DE53-D60F-53EFE40A15FC}"/>
              </a:ext>
            </a:extLst>
          </p:cNvPr>
          <p:cNvSpPr/>
          <p:nvPr/>
        </p:nvSpPr>
        <p:spPr>
          <a:xfrm>
            <a:off x="256232" y="6413360"/>
            <a:ext cx="2888901" cy="180870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AB226DD-3AEB-3380-9637-E6FE5E4616A2}"/>
              </a:ext>
            </a:extLst>
          </p:cNvPr>
          <p:cNvSpPr txBox="1"/>
          <p:nvPr/>
        </p:nvSpPr>
        <p:spPr>
          <a:xfrm>
            <a:off x="4352108" y="6348548"/>
            <a:ext cx="4498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b="1" dirty="0">
                <a:solidFill>
                  <a:schemeClr val="bg1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12077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62D4F-45E0-9611-8374-998C15A41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Analisi e ridistribuzione traverse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E5EAC-6D80-3A7F-9B23-8BBA9BA90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323726" cy="1303985"/>
          </a:xfrm>
        </p:spPr>
        <p:txBody>
          <a:bodyPr vert="horz" anchor="t" anchorCtr="0"/>
          <a:lstStyle/>
          <a:p>
            <a:r>
              <a:rPr lang="it-IT" dirty="0"/>
              <a:t>La </a:t>
            </a:r>
            <a:r>
              <a:rPr lang="it-IT" u="sng" dirty="0"/>
              <a:t>modifica del sistema di attuazione</a:t>
            </a:r>
            <a:r>
              <a:rPr lang="it-IT" dirty="0"/>
              <a:t> e la </a:t>
            </a:r>
            <a:r>
              <a:rPr lang="it-IT" u="sng" dirty="0"/>
              <a:t>riduzione dei carichi </a:t>
            </a:r>
            <a:r>
              <a:rPr lang="it-IT" dirty="0"/>
              <a:t>hanno motivato l'eliminazione e il riposizionamento di alcune traverse:</a:t>
            </a:r>
          </a:p>
        </p:txBody>
      </p:sp>
      <p:pic>
        <p:nvPicPr>
          <p:cNvPr id="4" name="Picture 3" descr="A drawing of a folding chair&#10;&#10;Description automatically generated">
            <a:extLst>
              <a:ext uri="{FF2B5EF4-FFF2-40B4-BE49-F238E27FC236}">
                <a16:creationId xmlns:a16="http://schemas.microsoft.com/office/drawing/2014/main" id="{FEE95C3E-A5EE-3AF0-0F40-DCC50F05A93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89" t="7833" r="7940" b="5346"/>
          <a:stretch/>
        </p:blipFill>
        <p:spPr bwMode="auto">
          <a:xfrm>
            <a:off x="4826388" y="2730847"/>
            <a:ext cx="3780000" cy="316800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Content Placeholder 4" descr="Immagine che contiene schermata, carretto, drone&#10;&#10;Descrizione generata automaticamente">
            <a:extLst>
              <a:ext uri="{FF2B5EF4-FFF2-40B4-BE49-F238E27FC236}">
                <a16:creationId xmlns:a16="http://schemas.microsoft.com/office/drawing/2014/main" id="{250CC2E8-98FB-6F07-4510-A9CAE9BF320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24"/>
          <a:stretch/>
        </p:blipFill>
        <p:spPr>
          <a:xfrm>
            <a:off x="537614" y="2730847"/>
            <a:ext cx="3780000" cy="3168000"/>
          </a:xfrm>
          <a:prstGeom prst="rect">
            <a:avLst/>
          </a:prstGeom>
          <a:effectLst>
            <a:outerShdw blurRad="190500" algn="tl" rotWithShape="0">
              <a:srgbClr val="000000">
                <a:alpha val="7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8C95E7-F7D5-916F-1678-AFD730618292}"/>
              </a:ext>
            </a:extLst>
          </p:cNvPr>
          <p:cNvSpPr txBox="1">
            <a:spLocks noChangeAspect="1"/>
          </p:cNvSpPr>
          <p:nvPr/>
        </p:nvSpPr>
        <p:spPr>
          <a:xfrm rot="915654">
            <a:off x="2059404" y="3429698"/>
            <a:ext cx="15418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solidFill>
                  <a:schemeClr val="bg1"/>
                </a:solidFill>
              </a:rPr>
              <a:t>Traverse carrelli superiori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endParaRPr lang="it-IT" sz="10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2A0FF0-23A7-1A25-66B5-DB3595C36B19}"/>
              </a:ext>
            </a:extLst>
          </p:cNvPr>
          <p:cNvSpPr txBox="1">
            <a:spLocks noChangeAspect="1"/>
          </p:cNvSpPr>
          <p:nvPr/>
        </p:nvSpPr>
        <p:spPr>
          <a:xfrm rot="730715">
            <a:off x="2379342" y="5082536"/>
            <a:ext cx="15418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solidFill>
                  <a:schemeClr val="bg1"/>
                </a:solidFill>
              </a:rPr>
              <a:t>Traversa carrelli inferiori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C417D6-BA4D-2F27-B60E-D1EABA74EDAD}"/>
              </a:ext>
            </a:extLst>
          </p:cNvPr>
          <p:cNvSpPr txBox="1">
            <a:spLocks noChangeAspect="1"/>
          </p:cNvSpPr>
          <p:nvPr/>
        </p:nvSpPr>
        <p:spPr>
          <a:xfrm rot="915654">
            <a:off x="1144108" y="3953784"/>
            <a:ext cx="15418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solidFill>
                  <a:schemeClr val="bg1"/>
                </a:solidFill>
              </a:rPr>
              <a:t>Traversa  attuatore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endParaRPr lang="it-IT" sz="10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510288-4692-2B5E-21E2-3A166D22FE75}"/>
              </a:ext>
            </a:extLst>
          </p:cNvPr>
          <p:cNvSpPr txBox="1">
            <a:spLocks noChangeAspect="1"/>
          </p:cNvSpPr>
          <p:nvPr/>
        </p:nvSpPr>
        <p:spPr>
          <a:xfrm rot="710570">
            <a:off x="1639126" y="4454360"/>
            <a:ext cx="15418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solidFill>
                  <a:schemeClr val="bg1"/>
                </a:solidFill>
              </a:rPr>
              <a:t>Traversa centrale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3D56BF-13C4-113E-0632-DE68302DFD49}"/>
              </a:ext>
            </a:extLst>
          </p:cNvPr>
          <p:cNvSpPr txBox="1">
            <a:spLocks noChangeAspect="1"/>
          </p:cNvSpPr>
          <p:nvPr/>
        </p:nvSpPr>
        <p:spPr>
          <a:xfrm rot="153342">
            <a:off x="6371429" y="3324768"/>
            <a:ext cx="154185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1000" dirty="0">
                <a:solidFill>
                  <a:schemeClr val="bg1"/>
                </a:solidFill>
              </a:rPr>
              <a:t>Traversa carrelli </a:t>
            </a:r>
            <a:r>
              <a:rPr lang="en-US" sz="1000" dirty="0" err="1">
                <a:solidFill>
                  <a:schemeClr val="bg1"/>
                </a:solidFill>
              </a:rPr>
              <a:t>superiori</a:t>
            </a:r>
            <a:r>
              <a:rPr lang="en-US" sz="1000" dirty="0">
                <a:solidFill>
                  <a:schemeClr val="bg1"/>
                </a:solidFill>
              </a:rPr>
              <a:t> </a:t>
            </a:r>
            <a:endParaRPr lang="it-IT" sz="10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63B304-8FD3-6C07-2FD3-3CA09FB6FE5D}"/>
              </a:ext>
            </a:extLst>
          </p:cNvPr>
          <p:cNvSpPr txBox="1">
            <a:spLocks noChangeAspect="1"/>
          </p:cNvSpPr>
          <p:nvPr/>
        </p:nvSpPr>
        <p:spPr>
          <a:xfrm>
            <a:off x="7005023" y="5310866"/>
            <a:ext cx="15418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solidFill>
                  <a:schemeClr val="bg1"/>
                </a:solidFill>
              </a:rPr>
              <a:t>Traversa  attuatore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endParaRPr lang="it-IT" sz="1000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FAC9E5-E2F2-B933-F27F-2935007F6A4E}"/>
              </a:ext>
            </a:extLst>
          </p:cNvPr>
          <p:cNvSpPr txBox="1">
            <a:spLocks noChangeAspect="1"/>
          </p:cNvSpPr>
          <p:nvPr/>
        </p:nvSpPr>
        <p:spPr>
          <a:xfrm rot="155900">
            <a:off x="6062435" y="4434887"/>
            <a:ext cx="15418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solidFill>
                  <a:schemeClr val="bg1"/>
                </a:solidFill>
              </a:rPr>
              <a:t>Traversa centrale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ED8B00AD-B9D1-3566-41C0-0E6CDE9064F0}"/>
              </a:ext>
            </a:extLst>
          </p:cNvPr>
          <p:cNvSpPr/>
          <p:nvPr/>
        </p:nvSpPr>
        <p:spPr>
          <a:xfrm>
            <a:off x="4326797" y="4137432"/>
            <a:ext cx="499591" cy="522303"/>
          </a:xfrm>
          <a:prstGeom prst="rightArrow">
            <a:avLst>
              <a:gd name="adj1" fmla="val 50000"/>
              <a:gd name="adj2" fmla="val 42770"/>
            </a:avLst>
          </a:prstGeom>
          <a:solidFill>
            <a:srgbClr val="728FA5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FDF87C-72C2-07C0-0115-ECAFF11DB82B}"/>
              </a:ext>
            </a:extLst>
          </p:cNvPr>
          <p:cNvSpPr/>
          <p:nvPr/>
        </p:nvSpPr>
        <p:spPr>
          <a:xfrm>
            <a:off x="169682" y="6297105"/>
            <a:ext cx="3176833" cy="421729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8E99381E-7361-E1C3-5F07-73FDB9AC16B3}"/>
              </a:ext>
            </a:extLst>
          </p:cNvPr>
          <p:cNvSpPr txBox="1"/>
          <p:nvPr/>
        </p:nvSpPr>
        <p:spPr>
          <a:xfrm>
            <a:off x="4352108" y="6348548"/>
            <a:ext cx="4498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803952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037"/>
    </mc:Choice>
    <mc:Fallback xmlns="">
      <p:transition spd="slow" advTm="112037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D3FC4-07A7-DD52-4E8D-FE180E27A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Analisi e ridistribuzione traverse</a:t>
            </a:r>
          </a:p>
        </p:txBody>
      </p:sp>
      <p:pic>
        <p:nvPicPr>
          <p:cNvPr id="7" name="Content Placeholder 3" descr="A blue and green object with yellow and green objects&#10;&#10;Description automatically generated">
            <a:extLst>
              <a:ext uri="{FF2B5EF4-FFF2-40B4-BE49-F238E27FC236}">
                <a16:creationId xmlns:a16="http://schemas.microsoft.com/office/drawing/2014/main" id="{ECEA88F8-E007-41E0-F7E7-AD66AA2ACF52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940696" y="1521001"/>
            <a:ext cx="3780000" cy="1908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 descr="A rainbow colored object with holes&#10;&#10;Description automatically generated with medium confidence">
            <a:extLst>
              <a:ext uri="{FF2B5EF4-FFF2-40B4-BE49-F238E27FC236}">
                <a16:creationId xmlns:a16="http://schemas.microsoft.com/office/drawing/2014/main" id="{7F13FBE0-F430-6B31-4C0E-532C78F76EC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23304" y="1521001"/>
            <a:ext cx="3780000" cy="1908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 descr="A rainbow colored object on a blue background&#10;&#10;Description automatically generated">
            <a:extLst>
              <a:ext uri="{FF2B5EF4-FFF2-40B4-BE49-F238E27FC236}">
                <a16:creationId xmlns:a16="http://schemas.microsoft.com/office/drawing/2014/main" id="{6EB55B4C-6241-6D9A-6C43-FEB5B63A306C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23304" y="3841753"/>
            <a:ext cx="3780000" cy="1908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A blue and yellow rectangular object">
            <a:extLst>
              <a:ext uri="{FF2B5EF4-FFF2-40B4-BE49-F238E27FC236}">
                <a16:creationId xmlns:a16="http://schemas.microsoft.com/office/drawing/2014/main" id="{FC7D90E3-99C1-2968-B356-D15B09C43122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940696" y="3841753"/>
            <a:ext cx="3780000" cy="1908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0293601-7BAB-1846-8164-FDEA12E86CD8}"/>
              </a:ext>
            </a:extLst>
          </p:cNvPr>
          <p:cNvSpPr txBox="1"/>
          <p:nvPr/>
        </p:nvSpPr>
        <p:spPr>
          <a:xfrm>
            <a:off x="394390" y="3391401"/>
            <a:ext cx="4284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3a bracci esterni pantografo							</a:t>
            </a:r>
            <a:endParaRPr lang="it-IT" i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F72908-0B67-E52C-DA0C-9038C9B00899}"/>
              </a:ext>
            </a:extLst>
          </p:cNvPr>
          <p:cNvSpPr txBox="1"/>
          <p:nvPr/>
        </p:nvSpPr>
        <p:spPr>
          <a:xfrm>
            <a:off x="4940696" y="3391531"/>
            <a:ext cx="4284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3a bracci interni pantografo							</a:t>
            </a:r>
            <a:endParaRPr lang="it-IT" i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CED9C2-D252-9834-0895-6BF4F591F6CC}"/>
              </a:ext>
            </a:extLst>
          </p:cNvPr>
          <p:cNvSpPr txBox="1"/>
          <p:nvPr/>
        </p:nvSpPr>
        <p:spPr>
          <a:xfrm>
            <a:off x="357604" y="5740463"/>
            <a:ext cx="4284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3a bracci esterni pantografo							</a:t>
            </a:r>
            <a:endParaRPr lang="it-IT" i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3AD03C-89AE-556C-BEEC-C8A70582E465}"/>
              </a:ext>
            </a:extLst>
          </p:cNvPr>
          <p:cNvSpPr txBox="1"/>
          <p:nvPr/>
        </p:nvSpPr>
        <p:spPr>
          <a:xfrm>
            <a:off x="4940696" y="5740462"/>
            <a:ext cx="4284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3a bracci interni pantografo							</a:t>
            </a:r>
            <a:endParaRPr lang="it-IT" i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31791B-953E-0F42-FB0D-E6CE166040D6}"/>
              </a:ext>
            </a:extLst>
          </p:cNvPr>
          <p:cNvSpPr/>
          <p:nvPr/>
        </p:nvSpPr>
        <p:spPr>
          <a:xfrm>
            <a:off x="169682" y="6297105"/>
            <a:ext cx="3176833" cy="421729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BF63AE7-ACDB-0D67-6828-8CB0BDD166C2}"/>
              </a:ext>
            </a:extLst>
          </p:cNvPr>
          <p:cNvSpPr txBox="1"/>
          <p:nvPr/>
        </p:nvSpPr>
        <p:spPr>
          <a:xfrm>
            <a:off x="4352108" y="6348548"/>
            <a:ext cx="4498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b="1" dirty="0">
                <a:solidFill>
                  <a:schemeClr val="bg1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26240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594"/>
    </mc:Choice>
    <mc:Fallback xmlns="">
      <p:transition spd="slow" advTm="61594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87F6C-F410-905C-6DBF-1A8E96A4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Riprogettazione bracci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E6B47-E550-BBA7-F882-6AD030139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390" y="1357132"/>
            <a:ext cx="8412364" cy="4525963"/>
          </a:xfrm>
        </p:spPr>
        <p:txBody>
          <a:bodyPr/>
          <a:lstStyle/>
          <a:p>
            <a:r>
              <a:rPr lang="it-IT" dirty="0"/>
              <a:t>I bracci del pantografo sono gli elementi strutturali che sostengono l’intero peso sollevato. La </a:t>
            </a:r>
            <a:r>
              <a:rPr lang="it-IT" u="sng" dirty="0"/>
              <a:t>riduzione del peso</a:t>
            </a:r>
            <a:r>
              <a:rPr lang="it-IT" dirty="0"/>
              <a:t> del paziente e il </a:t>
            </a:r>
            <a:r>
              <a:rPr lang="it-IT" u="sng" dirty="0"/>
              <a:t>cambiamento delle del sistema di attuazione</a:t>
            </a:r>
            <a:r>
              <a:rPr lang="it-IT" dirty="0"/>
              <a:t> hanno reso necessarie delle modifiche di alcune parti troppo sollecitate:</a:t>
            </a:r>
          </a:p>
          <a:p>
            <a:endParaRPr lang="it-IT" dirty="0"/>
          </a:p>
          <a:p>
            <a:pPr marL="457200" indent="-457200">
              <a:buFont typeface="+mj-lt"/>
              <a:buAutoNum type="arabicPeriod"/>
            </a:pPr>
            <a:r>
              <a:rPr lang="it-IT" dirty="0"/>
              <a:t> Braccio interno: aumento della sezione e rinforzi trapezoidali</a:t>
            </a:r>
          </a:p>
          <a:p>
            <a:endParaRPr lang="it-IT" dirty="0"/>
          </a:p>
        </p:txBody>
      </p:sp>
      <p:pic>
        <p:nvPicPr>
          <p:cNvPr id="4" name="Picture 3" descr="A colorful lines and dots&#10;&#10;Description automatically generated with medium confidence">
            <a:extLst>
              <a:ext uri="{FF2B5EF4-FFF2-40B4-BE49-F238E27FC236}">
                <a16:creationId xmlns:a16="http://schemas.microsoft.com/office/drawing/2014/main" id="{8FE6FFD0-3EBC-2A2B-A900-D42E9628C0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3" r="285"/>
          <a:stretch/>
        </p:blipFill>
        <p:spPr bwMode="auto">
          <a:xfrm>
            <a:off x="495454" y="3681476"/>
            <a:ext cx="3733918" cy="2208185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 descr="A rainbow colored lines on a blue background&#10;&#10;Description automatically generated">
            <a:extLst>
              <a:ext uri="{FF2B5EF4-FFF2-40B4-BE49-F238E27FC236}">
                <a16:creationId xmlns:a16="http://schemas.microsoft.com/office/drawing/2014/main" id="{1E8910B7-7BC4-C9C4-B51F-E48E47AF82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307" y="3681476"/>
            <a:ext cx="3733918" cy="220818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12032C2-7B22-57B1-4408-2E3513DA16F8}"/>
              </a:ext>
            </a:extLst>
          </p:cNvPr>
          <p:cNvSpPr/>
          <p:nvPr/>
        </p:nvSpPr>
        <p:spPr>
          <a:xfrm>
            <a:off x="169682" y="6297105"/>
            <a:ext cx="3176833" cy="421729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970790F-3C1B-0C62-CB3C-E9A04D47A8DE}"/>
              </a:ext>
            </a:extLst>
          </p:cNvPr>
          <p:cNvSpPr txBox="1"/>
          <p:nvPr/>
        </p:nvSpPr>
        <p:spPr>
          <a:xfrm>
            <a:off x="4352108" y="6348548"/>
            <a:ext cx="4498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b="1" dirty="0">
                <a:solidFill>
                  <a:schemeClr val="bg1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1358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535"/>
    </mc:Choice>
    <mc:Fallback xmlns="">
      <p:transition spd="slow" advTm="65535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AE7F2-82EF-B631-592B-6455C4C2E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Riprogettazione bracci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E9CDA-65A5-634A-2C24-E375C82CC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521" y="1496601"/>
            <a:ext cx="8581043" cy="4525963"/>
          </a:xfrm>
        </p:spPr>
        <p:txBody>
          <a:bodyPr/>
          <a:lstStyle/>
          <a:p>
            <a:r>
              <a:rPr lang="it-IT" dirty="0"/>
              <a:t>2.	Braccio interno: modifica del foro e del profilo esterno.</a:t>
            </a:r>
          </a:p>
          <a:p>
            <a:pPr marL="457200" indent="-457200">
              <a:buAutoNum type="arabicPeriod" startAt="2"/>
            </a:pPr>
            <a:endParaRPr lang="it-IT" dirty="0"/>
          </a:p>
          <a:p>
            <a:pPr marL="457200" indent="-457200">
              <a:buAutoNum type="arabicPeriod" startAt="2"/>
            </a:pPr>
            <a:endParaRPr lang="it-IT" dirty="0"/>
          </a:p>
          <a:p>
            <a:pPr marL="457200" indent="-457200">
              <a:buAutoNum type="arabicPeriod" startAt="2"/>
            </a:pPr>
            <a:endParaRPr lang="it-IT" dirty="0"/>
          </a:p>
          <a:p>
            <a:endParaRPr lang="it-IT" dirty="0"/>
          </a:p>
          <a:p>
            <a:endParaRPr lang="it-IT" dirty="0"/>
          </a:p>
          <a:p>
            <a:pPr marL="457200" indent="-457200">
              <a:buAutoNum type="arabicPeriod" startAt="3"/>
            </a:pPr>
            <a:r>
              <a:rPr lang="it-IT" dirty="0"/>
              <a:t>Braccio esterno: irrobustimento con supporti trapezoidali.</a:t>
            </a:r>
          </a:p>
          <a:p>
            <a:endParaRPr lang="it-IT" dirty="0"/>
          </a:p>
        </p:txBody>
      </p:sp>
      <p:pic>
        <p:nvPicPr>
          <p:cNvPr id="4" name="Picture 3" descr="A rainbow colored object with a hole&#10;&#10;Description automatically generated">
            <a:extLst>
              <a:ext uri="{FF2B5EF4-FFF2-40B4-BE49-F238E27FC236}">
                <a16:creationId xmlns:a16="http://schemas.microsoft.com/office/drawing/2014/main" id="{38BFCC28-E870-7626-5C5D-E1BEE01ABF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4983" y="1998274"/>
            <a:ext cx="2244499" cy="179328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A6421E-F4A7-7483-85F8-4D20FF144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141" y="1998273"/>
            <a:ext cx="2535877" cy="179328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 descr="A rainbow colored lines with holes&#10;&#10;Description automatically generated with medium confidence">
            <a:extLst>
              <a:ext uri="{FF2B5EF4-FFF2-40B4-BE49-F238E27FC236}">
                <a16:creationId xmlns:a16="http://schemas.microsoft.com/office/drawing/2014/main" id="{E0FF5796-D711-1787-B6E5-45909B9B4FD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3" r="4500"/>
          <a:stretch/>
        </p:blipFill>
        <p:spPr bwMode="auto">
          <a:xfrm>
            <a:off x="4934983" y="4412190"/>
            <a:ext cx="2957830" cy="1569720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E8FDDE-875B-DCE7-EC56-2844FF1FD7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288" y="4412190"/>
            <a:ext cx="2974730" cy="158270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4A3FC0F-58CC-DFDB-C263-4F059DDEA645}"/>
              </a:ext>
            </a:extLst>
          </p:cNvPr>
          <p:cNvSpPr/>
          <p:nvPr/>
        </p:nvSpPr>
        <p:spPr>
          <a:xfrm>
            <a:off x="169682" y="6297105"/>
            <a:ext cx="3176833" cy="421729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3F5BDC4-6261-9B81-02B5-4DB00EB8E7EC}"/>
              </a:ext>
            </a:extLst>
          </p:cNvPr>
          <p:cNvSpPr txBox="1"/>
          <p:nvPr/>
        </p:nvSpPr>
        <p:spPr>
          <a:xfrm>
            <a:off x="4352108" y="6348548"/>
            <a:ext cx="4498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b="1" dirty="0">
                <a:solidFill>
                  <a:schemeClr val="bg1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797667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5212"/>
    </mc:Choice>
    <mc:Fallback xmlns="">
      <p:transition spd="slow" advTm="115212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615612-5C5A-E692-BDFD-A9739EAC9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Conclusioni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BDF922F-2779-3898-9A69-C18295267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In seguito alle modifiche da noi apportate i costi vengono modificati come segue:</a:t>
            </a:r>
          </a:p>
          <a:p>
            <a:pPr marL="342900" indent="-342900">
              <a:buFont typeface="Arial" charset="2"/>
              <a:buChar char="•"/>
            </a:pPr>
            <a:r>
              <a:rPr lang="it-IT" dirty="0"/>
              <a:t>risparmio costi </a:t>
            </a:r>
            <a:r>
              <a:rPr lang="it-IT" u="sng" dirty="0"/>
              <a:t>componenti</a:t>
            </a:r>
            <a:r>
              <a:rPr lang="it-IT" dirty="0"/>
              <a:t>: € 205</a:t>
            </a:r>
          </a:p>
          <a:p>
            <a:pPr marL="342900" indent="-342900">
              <a:buFont typeface="Arial" charset="2"/>
              <a:buChar char="•"/>
            </a:pPr>
            <a:r>
              <a:rPr lang="it-IT" dirty="0"/>
              <a:t>risparmio costi </a:t>
            </a:r>
            <a:r>
              <a:rPr lang="it-IT" u="sng" dirty="0"/>
              <a:t>manodopera</a:t>
            </a:r>
            <a:r>
              <a:rPr lang="it-IT" dirty="0"/>
              <a:t>: € 24</a:t>
            </a:r>
          </a:p>
          <a:p>
            <a:pPr marL="342900" indent="-342900">
              <a:buFont typeface="Arial" charset="2"/>
              <a:buChar char="•"/>
            </a:pPr>
            <a:endParaRPr lang="it-IT" dirty="0"/>
          </a:p>
          <a:p>
            <a:r>
              <a:rPr lang="it-IT" dirty="0"/>
              <a:t>Pertanto, si è giunti ad un risparmio totale di € 229, pari al 20% del costo originario.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84D065-CDCF-8B94-206B-BD0F56333C1D}"/>
              </a:ext>
            </a:extLst>
          </p:cNvPr>
          <p:cNvSpPr/>
          <p:nvPr/>
        </p:nvSpPr>
        <p:spPr>
          <a:xfrm>
            <a:off x="169682" y="6297105"/>
            <a:ext cx="3176833" cy="421729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asellaDiTesto 1">
            <a:extLst>
              <a:ext uri="{FF2B5EF4-FFF2-40B4-BE49-F238E27FC236}">
                <a16:creationId xmlns:a16="http://schemas.microsoft.com/office/drawing/2014/main" id="{77246F36-1B49-2586-175C-C15C355029A5}"/>
              </a:ext>
            </a:extLst>
          </p:cNvPr>
          <p:cNvSpPr txBox="1"/>
          <p:nvPr/>
        </p:nvSpPr>
        <p:spPr>
          <a:xfrm>
            <a:off x="4352108" y="6348548"/>
            <a:ext cx="449858" cy="30777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it-IT" b="1" dirty="0">
                <a:solidFill>
                  <a:schemeClr val="bg1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871315632"/>
      </p:ext>
    </p:extLst>
  </p:cSld>
  <p:clrMapOvr>
    <a:masterClrMapping/>
  </p:clrMapOvr>
</p:sld>
</file>

<file path=ppt/theme/theme1.xml><?xml version="1.0" encoding="utf-8"?>
<a:theme xmlns:a="http://schemas.openxmlformats.org/drawingml/2006/main" name="POLI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OL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POL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Presentazione su schermo (4:3)</PresentationFormat>
  <Slides>16</Slides>
  <Notes>5</Notes>
  <HiddenSlides>0</HiddenSlides>
  <ScaleCrop>false</ScaleCrop>
  <HeadingPairs>
    <vt:vector size="4" baseType="variant">
      <vt:variant>
        <vt:lpstr>Tema</vt:lpstr>
      </vt:variant>
      <vt:variant>
        <vt:i4>3</vt:i4>
      </vt:variant>
      <vt:variant>
        <vt:lpstr>Titoli diapositive</vt:lpstr>
      </vt:variant>
      <vt:variant>
        <vt:i4>16</vt:i4>
      </vt:variant>
    </vt:vector>
  </HeadingPairs>
  <TitlesOfParts>
    <vt:vector size="19" baseType="lpstr">
      <vt:lpstr>POLI</vt:lpstr>
      <vt:lpstr>POLI</vt:lpstr>
      <vt:lpstr>POLI</vt:lpstr>
      <vt:lpstr>PROVA FINALE</vt:lpstr>
      <vt:lpstr>Introduzione</vt:lpstr>
      <vt:lpstr>Attuatore - disposizione</vt:lpstr>
      <vt:lpstr>Attuatore - disposizione</vt:lpstr>
      <vt:lpstr>Attuatore - fissaggio</vt:lpstr>
      <vt:lpstr>Attuatore – sostituzione motore</vt:lpstr>
      <vt:lpstr>Traversa attuatore - caratteristiche</vt:lpstr>
      <vt:lpstr>Traversa attuatore - soluzioni</vt:lpstr>
      <vt:lpstr>Traversa attuatore – condizioni di carico</vt:lpstr>
      <vt:lpstr>Molle - posizionamento</vt:lpstr>
      <vt:lpstr>Molle - ancoraggio</vt:lpstr>
      <vt:lpstr>Analisi e ridistribuzione traverse</vt:lpstr>
      <vt:lpstr>Analisi e ridistribuzione traverse</vt:lpstr>
      <vt:lpstr>Riprogettazione bracci</vt:lpstr>
      <vt:lpstr>Riprogettazione bracci</vt:lpstr>
      <vt:lpstr>Conclusioni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Titolo presentazione sottotitolo</dc:title>
  <cp:lastModifiedBy>Andrea Galenda</cp:lastModifiedBy>
  <cp:revision>545</cp:revision>
  <dcterms:modified xsi:type="dcterms:W3CDTF">2023-09-11T13:41:21Z</dcterms:modified>
</cp:coreProperties>
</file>