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8" r:id="rId3"/>
    <p:sldId id="257" r:id="rId4"/>
    <p:sldId id="262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D5CD"/>
    <a:srgbClr val="E9713B"/>
    <a:srgbClr val="E36C5B"/>
    <a:srgbClr val="B94F8C"/>
    <a:srgbClr val="7D2372"/>
    <a:srgbClr val="DB6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329581-833C-665D-7EB5-0368A974DA97}" v="1458" dt="2024-11-27T21:36:24.198"/>
    <p1510:client id="{10DF54E6-CD8C-07A0-8439-5E37F7CEC854}" v="902" dt="2024-11-27T22:37:01.296"/>
    <p1510:client id="{12F1990D-A59A-DBF1-A4F2-6F5EEFF23702}" v="625" dt="2024-11-27T20:12:39.352"/>
    <p1510:client id="{147C762A-DC8D-A9C8-8096-7CC361003BE3}" v="1150" dt="2024-11-28T00:37:39.977"/>
    <p1510:client id="{15787BD5-622F-04C2-720B-7A0007B06C9C}" v="48" dt="2024-11-28T08:49:53.642"/>
    <p1510:client id="{2B0B9B77-123B-4287-A727-D19DC9806B05}" v="1070" dt="2024-11-27T14:17:18.602"/>
    <p1510:client id="{52D381E2-D702-BACD-014A-41CB5538D6D0}" v="66" dt="2024-11-27T12:32:34.212"/>
    <p1510:client id="{B68E9D48-708B-92CF-82D2-01B0A08FB35B}" v="2" dt="2024-11-28T00:46:20.799"/>
    <p1510:client id="{D8246D98-852A-B7A3-7CBE-1C5157F347D4}" v="518" dt="2024-11-28T01:34:25.184"/>
    <p1510:client id="{E8F2B08A-C504-A361-A350-768AE9001B5A}" v="7" dt="2024-11-27T23:57:43.433"/>
    <p1510:client id="{FE8FB40C-3840-A9D8-5226-816146935B19}" v="390" dt="2024-11-27T23:56:06.3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Áron Zsombor Sebö" userId="S::au778459@uni.au.dk::95d0d1a0-656f-44fa-873e-e778178d2fb9" providerId="AD" clId="Web-{E8F2B08A-C504-A361-A350-768AE9001B5A}"/>
    <pc:docChg chg="modSld">
      <pc:chgData name="Áron Zsombor Sebö" userId="S::au778459@uni.au.dk::95d0d1a0-656f-44fa-873e-e778178d2fb9" providerId="AD" clId="Web-{E8F2B08A-C504-A361-A350-768AE9001B5A}" dt="2024-11-27T23:57:43.433" v="6"/>
      <pc:docMkLst>
        <pc:docMk/>
      </pc:docMkLst>
      <pc:sldChg chg="addAnim delAnim modAnim">
        <pc:chgData name="Áron Zsombor Sebö" userId="S::au778459@uni.au.dk::95d0d1a0-656f-44fa-873e-e778178d2fb9" providerId="AD" clId="Web-{E8F2B08A-C504-A361-A350-768AE9001B5A}" dt="2024-11-27T23:57:43.433" v="6"/>
        <pc:sldMkLst>
          <pc:docMk/>
          <pc:sldMk cId="4122574347" sldId="260"/>
        </pc:sldMkLst>
      </pc:sldChg>
    </pc:docChg>
  </pc:docChgLst>
  <pc:docChgLst>
    <pc:chgData name="Áron Zsombor Sebö" userId="S::au778459@uni.au.dk::95d0d1a0-656f-44fa-873e-e778178d2fb9" providerId="AD" clId="Web-{D8246D98-852A-B7A3-7CBE-1C5157F347D4}"/>
    <pc:docChg chg="modSld">
      <pc:chgData name="Áron Zsombor Sebö" userId="S::au778459@uni.au.dk::95d0d1a0-656f-44fa-873e-e778178d2fb9" providerId="AD" clId="Web-{D8246D98-852A-B7A3-7CBE-1C5157F347D4}" dt="2024-11-28T01:34:25.184" v="307" actId="1076"/>
      <pc:docMkLst>
        <pc:docMk/>
      </pc:docMkLst>
      <pc:sldChg chg="addSp delSp modSp addAnim delAnim modAnim">
        <pc:chgData name="Áron Zsombor Sebö" userId="S::au778459@uni.au.dk::95d0d1a0-656f-44fa-873e-e778178d2fb9" providerId="AD" clId="Web-{D8246D98-852A-B7A3-7CBE-1C5157F347D4}" dt="2024-11-28T01:34:25.184" v="307" actId="1076"/>
        <pc:sldMkLst>
          <pc:docMk/>
          <pc:sldMk cId="2533280759" sldId="262"/>
        </pc:sldMkLst>
        <pc:spChg chg="mod ord">
          <ac:chgData name="Áron Zsombor Sebö" userId="S::au778459@uni.au.dk::95d0d1a0-656f-44fa-873e-e778178d2fb9" providerId="AD" clId="Web-{D8246D98-852A-B7A3-7CBE-1C5157F347D4}" dt="2024-11-28T01:34:16.324" v="306" actId="1076"/>
          <ac:spMkLst>
            <pc:docMk/>
            <pc:sldMk cId="2533280759" sldId="262"/>
            <ac:spMk id="3" creationId="{86E726DC-1FB6-C34C-1946-95A045D48E38}"/>
          </ac:spMkLst>
        </pc:spChg>
        <pc:spChg chg="add del">
          <ac:chgData name="Áron Zsombor Sebö" userId="S::au778459@uni.au.dk::95d0d1a0-656f-44fa-873e-e778178d2fb9" providerId="AD" clId="Web-{D8246D98-852A-B7A3-7CBE-1C5157F347D4}" dt="2024-11-28T01:01:40.600" v="9"/>
          <ac:spMkLst>
            <pc:docMk/>
            <pc:sldMk cId="2533280759" sldId="262"/>
            <ac:spMk id="11" creationId="{CC5B75BF-CA34-C4FF-146B-30F214344E77}"/>
          </ac:spMkLst>
        </pc:spChg>
        <pc:graphicFrameChg chg="mod modGraphic">
          <ac:chgData name="Áron Zsombor Sebö" userId="S::au778459@uni.au.dk::95d0d1a0-656f-44fa-873e-e778178d2fb9" providerId="AD" clId="Web-{D8246D98-852A-B7A3-7CBE-1C5157F347D4}" dt="2024-11-28T01:03:36.978" v="28"/>
          <ac:graphicFrameMkLst>
            <pc:docMk/>
            <pc:sldMk cId="2533280759" sldId="262"/>
            <ac:graphicFrameMk id="7" creationId="{773CCCF0-34B4-DA8C-C55E-A2CA4CEAF2A6}"/>
          </ac:graphicFrameMkLst>
        </pc:graphicFrameChg>
        <pc:graphicFrameChg chg="mod modGraphic">
          <ac:chgData name="Áron Zsombor Sebö" userId="S::au778459@uni.au.dk::95d0d1a0-656f-44fa-873e-e778178d2fb9" providerId="AD" clId="Web-{D8246D98-852A-B7A3-7CBE-1C5157F347D4}" dt="2024-11-28T01:03:41.290" v="29" actId="1076"/>
          <ac:graphicFrameMkLst>
            <pc:docMk/>
            <pc:sldMk cId="2533280759" sldId="262"/>
            <ac:graphicFrameMk id="9" creationId="{507CB30B-DEEE-27D2-5EBB-1BF3F3FE13D0}"/>
          </ac:graphicFrameMkLst>
        </pc:graphicFrameChg>
        <pc:picChg chg="del">
          <ac:chgData name="Áron Zsombor Sebö" userId="S::au778459@uni.au.dk::95d0d1a0-656f-44fa-873e-e778178d2fb9" providerId="AD" clId="Web-{D8246D98-852A-B7A3-7CBE-1C5157F347D4}" dt="2024-11-28T01:19:05.425" v="250"/>
          <ac:picMkLst>
            <pc:docMk/>
            <pc:sldMk cId="2533280759" sldId="262"/>
            <ac:picMk id="4" creationId="{5292299E-0111-36DD-A9C1-A1EC149892F1}"/>
          </ac:picMkLst>
        </pc:picChg>
        <pc:picChg chg="mod modCrop">
          <ac:chgData name="Áron Zsombor Sebö" userId="S::au778459@uni.au.dk::95d0d1a0-656f-44fa-873e-e778178d2fb9" providerId="AD" clId="Web-{D8246D98-852A-B7A3-7CBE-1C5157F347D4}" dt="2024-11-28T01:34:06.496" v="305" actId="1076"/>
          <ac:picMkLst>
            <pc:docMk/>
            <pc:sldMk cId="2533280759" sldId="262"/>
            <ac:picMk id="5" creationId="{B03C03A6-6978-7227-ABE2-3D044E6E3D33}"/>
          </ac:picMkLst>
        </pc:picChg>
        <pc:picChg chg="del">
          <ac:chgData name="Áron Zsombor Sebö" userId="S::au778459@uni.au.dk::95d0d1a0-656f-44fa-873e-e778178d2fb9" providerId="AD" clId="Web-{D8246D98-852A-B7A3-7CBE-1C5157F347D4}" dt="2024-11-28T01:19:04.409" v="249"/>
          <ac:picMkLst>
            <pc:docMk/>
            <pc:sldMk cId="2533280759" sldId="262"/>
            <ac:picMk id="10" creationId="{CD965197-318A-5712-1845-AB778CC0D84F}"/>
          </ac:picMkLst>
        </pc:picChg>
        <pc:picChg chg="add mod ord modCrop">
          <ac:chgData name="Áron Zsombor Sebö" userId="S::au778459@uni.au.dk::95d0d1a0-656f-44fa-873e-e778178d2fb9" providerId="AD" clId="Web-{D8246D98-852A-B7A3-7CBE-1C5157F347D4}" dt="2024-11-28T01:34:25.184" v="307" actId="1076"/>
          <ac:picMkLst>
            <pc:docMk/>
            <pc:sldMk cId="2533280759" sldId="262"/>
            <ac:picMk id="12" creationId="{61517BF8-D88D-D167-DC20-19110DA31D5C}"/>
          </ac:picMkLst>
        </pc:picChg>
      </pc:sldChg>
    </pc:docChg>
  </pc:docChgLst>
  <pc:docChgLst>
    <pc:chgData name="Áron Zsombor Sebö" userId="S::au778459@uni.au.dk::95d0d1a0-656f-44fa-873e-e778178d2fb9" providerId="AD" clId="Web-{147C762A-DC8D-A9C8-8096-7CC361003BE3}"/>
    <pc:docChg chg="addSld delSld modSld">
      <pc:chgData name="Áron Zsombor Sebö" userId="S::au778459@uni.au.dk::95d0d1a0-656f-44fa-873e-e778178d2fb9" providerId="AD" clId="Web-{147C762A-DC8D-A9C8-8096-7CC361003BE3}" dt="2024-11-28T00:37:39.977" v="992"/>
      <pc:docMkLst>
        <pc:docMk/>
      </pc:docMkLst>
      <pc:sldChg chg="addSp delSp modSp del addAnim delAnim modAnim">
        <pc:chgData name="Áron Zsombor Sebö" userId="S::au778459@uni.au.dk::95d0d1a0-656f-44fa-873e-e778178d2fb9" providerId="AD" clId="Web-{147C762A-DC8D-A9C8-8096-7CC361003BE3}" dt="2024-11-28T00:04:53.432" v="49"/>
        <pc:sldMkLst>
          <pc:docMk/>
          <pc:sldMk cId="4122574347" sldId="260"/>
        </pc:sldMkLst>
        <pc:picChg chg="add mod ord modCrop">
          <ac:chgData name="Áron Zsombor Sebö" userId="S::au778459@uni.au.dk::95d0d1a0-656f-44fa-873e-e778178d2fb9" providerId="AD" clId="Web-{147C762A-DC8D-A9C8-8096-7CC361003BE3}" dt="2024-11-28T00:03:11.617" v="36"/>
          <ac:picMkLst>
            <pc:docMk/>
            <pc:sldMk cId="4122574347" sldId="260"/>
            <ac:picMk id="4" creationId="{5292299E-0111-36DD-A9C1-A1EC149892F1}"/>
          </ac:picMkLst>
        </pc:picChg>
        <pc:picChg chg="mod modCrop">
          <ac:chgData name="Áron Zsombor Sebö" userId="S::au778459@uni.au.dk::95d0d1a0-656f-44fa-873e-e778178d2fb9" providerId="AD" clId="Web-{147C762A-DC8D-A9C8-8096-7CC361003BE3}" dt="2024-11-28T00:03:20.304" v="39" actId="14100"/>
          <ac:picMkLst>
            <pc:docMk/>
            <pc:sldMk cId="4122574347" sldId="260"/>
            <ac:picMk id="5" creationId="{B03C03A6-6978-7227-ABE2-3D044E6E3D33}"/>
          </ac:picMkLst>
        </pc:picChg>
        <pc:picChg chg="add mod modCrop">
          <ac:chgData name="Áron Zsombor Sebö" userId="S::au778459@uni.au.dk::95d0d1a0-656f-44fa-873e-e778178d2fb9" providerId="AD" clId="Web-{147C762A-DC8D-A9C8-8096-7CC361003BE3}" dt="2024-11-28T00:03:28.008" v="41" actId="1076"/>
          <ac:picMkLst>
            <pc:docMk/>
            <pc:sldMk cId="4122574347" sldId="260"/>
            <ac:picMk id="10" creationId="{CD965197-318A-5712-1845-AB778CC0D84F}"/>
          </ac:picMkLst>
        </pc:picChg>
        <pc:picChg chg="del mod modCrop">
          <ac:chgData name="Áron Zsombor Sebö" userId="S::au778459@uni.au.dk::95d0d1a0-656f-44fa-873e-e778178d2fb9" providerId="AD" clId="Web-{147C762A-DC8D-A9C8-8096-7CC361003BE3}" dt="2024-11-28T00:01:19.364" v="16"/>
          <ac:picMkLst>
            <pc:docMk/>
            <pc:sldMk cId="4122574347" sldId="260"/>
            <ac:picMk id="15" creationId="{5B99DE3C-806C-1697-928F-BB5213B14362}"/>
          </ac:picMkLst>
        </pc:picChg>
      </pc:sldChg>
      <pc:sldChg chg="modSp add del replId addAnim delAnim modAnim">
        <pc:chgData name="Áron Zsombor Sebö" userId="S::au778459@uni.au.dk::95d0d1a0-656f-44fa-873e-e778178d2fb9" providerId="AD" clId="Web-{147C762A-DC8D-A9C8-8096-7CC361003BE3}" dt="2024-11-28T00:04:47.822" v="48"/>
        <pc:sldMkLst>
          <pc:docMk/>
          <pc:sldMk cId="671953935" sldId="261"/>
        </pc:sldMkLst>
        <pc:picChg chg="ord">
          <ac:chgData name="Áron Zsombor Sebö" userId="S::au778459@uni.au.dk::95d0d1a0-656f-44fa-873e-e778178d2fb9" providerId="AD" clId="Web-{147C762A-DC8D-A9C8-8096-7CC361003BE3}" dt="2024-11-28T00:04:05.134" v="44"/>
          <ac:picMkLst>
            <pc:docMk/>
            <pc:sldMk cId="671953935" sldId="261"/>
            <ac:picMk id="5" creationId="{B03C03A6-6978-7227-ABE2-3D044E6E3D33}"/>
          </ac:picMkLst>
        </pc:picChg>
      </pc:sldChg>
      <pc:sldChg chg="addSp delSp modSp add replId addAnim modAnim">
        <pc:chgData name="Áron Zsombor Sebö" userId="S::au778459@uni.au.dk::95d0d1a0-656f-44fa-873e-e778178d2fb9" providerId="AD" clId="Web-{147C762A-DC8D-A9C8-8096-7CC361003BE3}" dt="2024-11-28T00:37:39.977" v="992"/>
        <pc:sldMkLst>
          <pc:docMk/>
          <pc:sldMk cId="2533280759" sldId="262"/>
        </pc:sldMkLst>
        <pc:spChg chg="add mod">
          <ac:chgData name="Áron Zsombor Sebö" userId="S::au778459@uni.au.dk::95d0d1a0-656f-44fa-873e-e778178d2fb9" providerId="AD" clId="Web-{147C762A-DC8D-A9C8-8096-7CC361003BE3}" dt="2024-11-28T00:36:43.085" v="984" actId="20577"/>
          <ac:spMkLst>
            <pc:docMk/>
            <pc:sldMk cId="2533280759" sldId="262"/>
            <ac:spMk id="3" creationId="{86E726DC-1FB6-C34C-1946-95A045D48E38}"/>
          </ac:spMkLst>
        </pc:spChg>
        <pc:graphicFrameChg chg="mod modGraphic">
          <ac:chgData name="Áron Zsombor Sebö" userId="S::au778459@uni.au.dk::95d0d1a0-656f-44fa-873e-e778178d2fb9" providerId="AD" clId="Web-{147C762A-DC8D-A9C8-8096-7CC361003BE3}" dt="2024-11-28T00:14:09.116" v="213"/>
          <ac:graphicFrameMkLst>
            <pc:docMk/>
            <pc:sldMk cId="2533280759" sldId="262"/>
            <ac:graphicFrameMk id="7" creationId="{773CCCF0-34B4-DA8C-C55E-A2CA4CEAF2A6}"/>
          </ac:graphicFrameMkLst>
        </pc:graphicFrameChg>
        <pc:graphicFrameChg chg="add mod modGraphic">
          <ac:chgData name="Áron Zsombor Sebö" userId="S::au778459@uni.au.dk::95d0d1a0-656f-44fa-873e-e778178d2fb9" providerId="AD" clId="Web-{147C762A-DC8D-A9C8-8096-7CC361003BE3}" dt="2024-11-28T00:36:53.413" v="987" actId="1076"/>
          <ac:graphicFrameMkLst>
            <pc:docMk/>
            <pc:sldMk cId="2533280759" sldId="262"/>
            <ac:graphicFrameMk id="9" creationId="{507CB30B-DEEE-27D2-5EBB-1BF3F3FE13D0}"/>
          </ac:graphicFrameMkLst>
        </pc:graphicFrameChg>
        <pc:graphicFrameChg chg="add del mod">
          <ac:chgData name="Áron Zsombor Sebö" userId="S::au778459@uni.au.dk::95d0d1a0-656f-44fa-873e-e778178d2fb9" providerId="AD" clId="Web-{147C762A-DC8D-A9C8-8096-7CC361003BE3}" dt="2024-11-28T00:21:46.908" v="735"/>
          <ac:graphicFrameMkLst>
            <pc:docMk/>
            <pc:sldMk cId="2533280759" sldId="262"/>
            <ac:graphicFrameMk id="12" creationId="{ADF983B6-13B5-ED53-837D-386ED0E12519}"/>
          </ac:graphicFrameMkLst>
        </pc:graphicFrameChg>
        <pc:graphicFrameChg chg="add del mod">
          <ac:chgData name="Áron Zsombor Sebö" userId="S::au778459@uni.au.dk::95d0d1a0-656f-44fa-873e-e778178d2fb9" providerId="AD" clId="Web-{147C762A-DC8D-A9C8-8096-7CC361003BE3}" dt="2024-11-28T00:21:54.205" v="737"/>
          <ac:graphicFrameMkLst>
            <pc:docMk/>
            <pc:sldMk cId="2533280759" sldId="262"/>
            <ac:graphicFrameMk id="14" creationId="{6550B600-97C6-D2A8-D9C8-CC13709D85AA}"/>
          </ac:graphicFrameMkLst>
        </pc:graphicFrameChg>
        <pc:picChg chg="mod">
          <ac:chgData name="Áron Zsombor Sebö" userId="S::au778459@uni.au.dk::95d0d1a0-656f-44fa-873e-e778178d2fb9" providerId="AD" clId="Web-{147C762A-DC8D-A9C8-8096-7CC361003BE3}" dt="2024-11-28T00:06:55.481" v="57" actId="1076"/>
          <ac:picMkLst>
            <pc:docMk/>
            <pc:sldMk cId="2533280759" sldId="262"/>
            <ac:picMk id="10" creationId="{CD965197-318A-5712-1845-AB778CC0D84F}"/>
          </ac:picMkLst>
        </pc:picChg>
      </pc:sldChg>
    </pc:docChg>
  </pc:docChgLst>
  <pc:docChgLst>
    <pc:chgData name="Áron Zsombor Sebö" userId="S::au778459@uni.au.dk::95d0d1a0-656f-44fa-873e-e778178d2fb9" providerId="AD" clId="Web-{B68E9D48-708B-92CF-82D2-01B0A08FB35B}"/>
    <pc:docChg chg="modSld">
      <pc:chgData name="Áron Zsombor Sebö" userId="S::au778459@uni.au.dk::95d0d1a0-656f-44fa-873e-e778178d2fb9" providerId="AD" clId="Web-{B68E9D48-708B-92CF-82D2-01B0A08FB35B}" dt="2024-11-28T00:46:20.799" v="1"/>
      <pc:docMkLst>
        <pc:docMk/>
      </pc:docMkLst>
      <pc:sldChg chg="addAnim delAnim">
        <pc:chgData name="Áron Zsombor Sebö" userId="S::au778459@uni.au.dk::95d0d1a0-656f-44fa-873e-e778178d2fb9" providerId="AD" clId="Web-{B68E9D48-708B-92CF-82D2-01B0A08FB35B}" dt="2024-11-28T00:46:20.799" v="1"/>
        <pc:sldMkLst>
          <pc:docMk/>
          <pc:sldMk cId="2533280759" sldId="262"/>
        </pc:sldMkLst>
      </pc:sldChg>
    </pc:docChg>
  </pc:docChgLst>
  <pc:docChgLst>
    <pc:chgData name="Aanandnataraj Satheesh Manimala" userId="S::au779825@uni.au.dk::e077dfde-9b0f-4f89-8e10-76ef5642e6c6" providerId="AD" clId="Web-{0D329581-833C-665D-7EB5-0368A974DA97}"/>
    <pc:docChg chg="modSld">
      <pc:chgData name="Aanandnataraj Satheesh Manimala" userId="S::au779825@uni.au.dk::e077dfde-9b0f-4f89-8e10-76ef5642e6c6" providerId="AD" clId="Web-{0D329581-833C-665D-7EB5-0368A974DA97}" dt="2024-11-27T21:36:24.198" v="1106" actId="20577"/>
      <pc:docMkLst>
        <pc:docMk/>
      </pc:docMkLst>
      <pc:sldChg chg="addSp delSp modSp addAnim delAnim modAnim">
        <pc:chgData name="Aanandnataraj Satheesh Manimala" userId="S::au779825@uni.au.dk::e077dfde-9b0f-4f89-8e10-76ef5642e6c6" providerId="AD" clId="Web-{0D329581-833C-665D-7EB5-0368A974DA97}" dt="2024-11-27T21:36:24.198" v="1106" actId="20577"/>
        <pc:sldMkLst>
          <pc:docMk/>
          <pc:sldMk cId="535055669" sldId="257"/>
        </pc:sldMkLst>
        <pc:spChg chg="add mod ord modVis">
          <ac:chgData name="Aanandnataraj Satheesh Manimala" userId="S::au779825@uni.au.dk::e077dfde-9b0f-4f89-8e10-76ef5642e6c6" providerId="AD" clId="Web-{0D329581-833C-665D-7EB5-0368A974DA97}" dt="2024-11-27T21:34:40.432" v="1074"/>
          <ac:spMkLst>
            <pc:docMk/>
            <pc:sldMk cId="535055669" sldId="257"/>
            <ac:spMk id="2" creationId="{FE0601AA-338A-FC03-122E-D08C7C8701AC}"/>
          </ac:spMkLst>
        </pc:spChg>
        <pc:spChg chg="mod modVis">
          <ac:chgData name="Aanandnataraj Satheesh Manimala" userId="S::au779825@uni.au.dk::e077dfde-9b0f-4f89-8e10-76ef5642e6c6" providerId="AD" clId="Web-{0D329581-833C-665D-7EB5-0368A974DA97}" dt="2024-11-27T21:29:22.054" v="1055"/>
          <ac:spMkLst>
            <pc:docMk/>
            <pc:sldMk cId="535055669" sldId="257"/>
            <ac:spMk id="3" creationId="{FC318401-FA6C-7970-EAA2-DCE10B19CA70}"/>
          </ac:spMkLst>
        </pc:spChg>
        <pc:spChg chg="mod">
          <ac:chgData name="Aanandnataraj Satheesh Manimala" userId="S::au779825@uni.au.dk::e077dfde-9b0f-4f89-8e10-76ef5642e6c6" providerId="AD" clId="Web-{0D329581-833C-665D-7EB5-0368A974DA97}" dt="2024-11-27T20:54:59.207" v="365" actId="20577"/>
          <ac:spMkLst>
            <pc:docMk/>
            <pc:sldMk cId="535055669" sldId="257"/>
            <ac:spMk id="4" creationId="{8CB294AB-AEE3-B5DE-BB8A-934F8B1B4FF7}"/>
          </ac:spMkLst>
        </pc:spChg>
        <pc:spChg chg="mod modVis">
          <ac:chgData name="Aanandnataraj Satheesh Manimala" userId="S::au779825@uni.au.dk::e077dfde-9b0f-4f89-8e10-76ef5642e6c6" providerId="AD" clId="Web-{0D329581-833C-665D-7EB5-0368A974DA97}" dt="2024-11-27T21:29:21.695" v="1054"/>
          <ac:spMkLst>
            <pc:docMk/>
            <pc:sldMk cId="535055669" sldId="257"/>
            <ac:spMk id="5" creationId="{9962FBCA-6D7D-6EA7-B08D-ABF3ED957703}"/>
          </ac:spMkLst>
        </pc:spChg>
        <pc:spChg chg="mod modVis">
          <ac:chgData name="Aanandnataraj Satheesh Manimala" userId="S::au779825@uni.au.dk::e077dfde-9b0f-4f89-8e10-76ef5642e6c6" providerId="AD" clId="Web-{0D329581-833C-665D-7EB5-0368A974DA97}" dt="2024-11-27T21:29:24.773" v="1057"/>
          <ac:spMkLst>
            <pc:docMk/>
            <pc:sldMk cId="535055669" sldId="257"/>
            <ac:spMk id="10" creationId="{6F693A12-48A9-7AC3-1E41-1322674B4897}"/>
          </ac:spMkLst>
        </pc:spChg>
        <pc:spChg chg="add mod modVis">
          <ac:chgData name="Aanandnataraj Satheesh Manimala" userId="S::au779825@uni.au.dk::e077dfde-9b0f-4f89-8e10-76ef5642e6c6" providerId="AD" clId="Web-{0D329581-833C-665D-7EB5-0368A974DA97}" dt="2024-11-27T21:29:22.898" v="1056"/>
          <ac:spMkLst>
            <pc:docMk/>
            <pc:sldMk cId="535055669" sldId="257"/>
            <ac:spMk id="16" creationId="{86141404-4D71-A6DE-966A-14F48CDC4A00}"/>
          </ac:spMkLst>
        </pc:spChg>
        <pc:spChg chg="add mod">
          <ac:chgData name="Aanandnataraj Satheesh Manimala" userId="S::au779825@uni.au.dk::e077dfde-9b0f-4f89-8e10-76ef5642e6c6" providerId="AD" clId="Web-{0D329581-833C-665D-7EB5-0368A974DA97}" dt="2024-11-27T21:36:24.198" v="1106" actId="20577"/>
          <ac:spMkLst>
            <pc:docMk/>
            <pc:sldMk cId="535055669" sldId="257"/>
            <ac:spMk id="19" creationId="{9CAFD653-989E-FA6B-A524-D3DC04987AD6}"/>
          </ac:spMkLst>
        </pc:spChg>
        <pc:graphicFrameChg chg="mod modVis modGraphic">
          <ac:chgData name="Aanandnataraj Satheesh Manimala" userId="S::au779825@uni.au.dk::e077dfde-9b0f-4f89-8e10-76ef5642e6c6" providerId="AD" clId="Web-{0D329581-833C-665D-7EB5-0368A974DA97}" dt="2024-11-27T21:29:18.804" v="1051"/>
          <ac:graphicFrameMkLst>
            <pc:docMk/>
            <pc:sldMk cId="535055669" sldId="257"/>
            <ac:graphicFrameMk id="9" creationId="{A2E739CD-26CE-D4F1-C9DE-4FEF74B05B11}"/>
          </ac:graphicFrameMkLst>
        </pc:graphicFrameChg>
        <pc:graphicFrameChg chg="add mod modVis modGraphic">
          <ac:chgData name="Aanandnataraj Satheesh Manimala" userId="S::au779825@uni.au.dk::e077dfde-9b0f-4f89-8e10-76ef5642e6c6" providerId="AD" clId="Web-{0D329581-833C-665D-7EB5-0368A974DA97}" dt="2024-11-27T21:29:16.695" v="1050"/>
          <ac:graphicFrameMkLst>
            <pc:docMk/>
            <pc:sldMk cId="535055669" sldId="257"/>
            <ac:graphicFrameMk id="18" creationId="{7D604FE2-2DC6-AB8B-41F3-98DBFB0FF7C7}"/>
          </ac:graphicFrameMkLst>
        </pc:graphicFrameChg>
        <pc:picChg chg="mod modVis">
          <ac:chgData name="Aanandnataraj Satheesh Manimala" userId="S::au779825@uni.au.dk::e077dfde-9b0f-4f89-8e10-76ef5642e6c6" providerId="AD" clId="Web-{0D329581-833C-665D-7EB5-0368A974DA97}" dt="2024-11-27T21:29:21.351" v="1053"/>
          <ac:picMkLst>
            <pc:docMk/>
            <pc:sldMk cId="535055669" sldId="257"/>
            <ac:picMk id="6" creationId="{5389B2BF-CB61-5A24-EF70-411E0F83B1AB}"/>
          </ac:picMkLst>
        </pc:picChg>
        <pc:picChg chg="add del mod">
          <ac:chgData name="Aanandnataraj Satheesh Manimala" userId="S::au779825@uni.au.dk::e077dfde-9b0f-4f89-8e10-76ef5642e6c6" providerId="AD" clId="Web-{0D329581-833C-665D-7EB5-0368A974DA97}" dt="2024-11-27T20:33:09.433" v="124"/>
          <ac:picMkLst>
            <pc:docMk/>
            <pc:sldMk cId="535055669" sldId="257"/>
            <ac:picMk id="8" creationId="{E91DAD69-AADA-9DC8-2143-8BDA982E2062}"/>
          </ac:picMkLst>
        </pc:picChg>
        <pc:picChg chg="add del mod">
          <ac:chgData name="Aanandnataraj Satheesh Manimala" userId="S::au779825@uni.au.dk::e077dfde-9b0f-4f89-8e10-76ef5642e6c6" providerId="AD" clId="Web-{0D329581-833C-665D-7EB5-0368A974DA97}" dt="2024-11-27T20:33:19.511" v="127"/>
          <ac:picMkLst>
            <pc:docMk/>
            <pc:sldMk cId="535055669" sldId="257"/>
            <ac:picMk id="11" creationId="{B4B4884A-2C6B-6360-337C-FD0CD906C120}"/>
          </ac:picMkLst>
        </pc:picChg>
        <pc:picChg chg="add del mod modVis">
          <ac:chgData name="Aanandnataraj Satheesh Manimala" userId="S::au779825@uni.au.dk::e077dfde-9b0f-4f89-8e10-76ef5642e6c6" providerId="AD" clId="Web-{0D329581-833C-665D-7EB5-0368A974DA97}" dt="2024-11-27T20:34:24.230" v="143"/>
          <ac:picMkLst>
            <pc:docMk/>
            <pc:sldMk cId="535055669" sldId="257"/>
            <ac:picMk id="12" creationId="{2D756859-B032-37EF-AB33-E1EB12612109}"/>
          </ac:picMkLst>
        </pc:picChg>
        <pc:picChg chg="add del mod">
          <ac:chgData name="Aanandnataraj Satheesh Manimala" userId="S::au779825@uni.au.dk::e077dfde-9b0f-4f89-8e10-76ef5642e6c6" providerId="AD" clId="Web-{0D329581-833C-665D-7EB5-0368A974DA97}" dt="2024-11-27T20:35:47.074" v="147"/>
          <ac:picMkLst>
            <pc:docMk/>
            <pc:sldMk cId="535055669" sldId="257"/>
            <ac:picMk id="13" creationId="{9C166CF4-E8BB-B06F-3E88-9EF1AC7C86FB}"/>
          </ac:picMkLst>
        </pc:picChg>
        <pc:picChg chg="add del mod">
          <ac:chgData name="Aanandnataraj Satheesh Manimala" userId="S::au779825@uni.au.dk::e077dfde-9b0f-4f89-8e10-76ef5642e6c6" providerId="AD" clId="Web-{0D329581-833C-665D-7EB5-0368A974DA97}" dt="2024-11-27T20:35:57.402" v="149"/>
          <ac:picMkLst>
            <pc:docMk/>
            <pc:sldMk cId="535055669" sldId="257"/>
            <ac:picMk id="14" creationId="{65EE3EAE-EEAA-7AEE-2E4D-4E5AA59D0DE3}"/>
          </ac:picMkLst>
        </pc:picChg>
        <pc:picChg chg="add mod modVis">
          <ac:chgData name="Aanandnataraj Satheesh Manimala" userId="S::au779825@uni.au.dk::e077dfde-9b0f-4f89-8e10-76ef5642e6c6" providerId="AD" clId="Web-{0D329581-833C-665D-7EB5-0368A974DA97}" dt="2024-11-27T21:29:20.773" v="1052"/>
          <ac:picMkLst>
            <pc:docMk/>
            <pc:sldMk cId="535055669" sldId="257"/>
            <ac:picMk id="15" creationId="{1564E8E7-8783-6C7E-63A3-F9FE9BFD1C6D}"/>
          </ac:picMkLst>
        </pc:picChg>
      </pc:sldChg>
    </pc:docChg>
  </pc:docChgLst>
  <pc:docChgLst>
    <pc:chgData name="Aanandnataraj Satheesh Manimala" userId="S::au779825@uni.au.dk::e077dfde-9b0f-4f89-8e10-76ef5642e6c6" providerId="AD" clId="Web-{52D381E2-D702-BACD-014A-41CB5538D6D0}"/>
    <pc:docChg chg="addSld modSld">
      <pc:chgData name="Aanandnataraj Satheesh Manimala" userId="S::au779825@uni.au.dk::e077dfde-9b0f-4f89-8e10-76ef5642e6c6" providerId="AD" clId="Web-{52D381E2-D702-BACD-014A-41CB5538D6D0}" dt="2024-11-27T12:32:34.212" v="47" actId="1076"/>
      <pc:docMkLst>
        <pc:docMk/>
      </pc:docMkLst>
      <pc:sldChg chg="addSp modSp">
        <pc:chgData name="Aanandnataraj Satheesh Manimala" userId="S::au779825@uni.au.dk::e077dfde-9b0f-4f89-8e10-76ef5642e6c6" providerId="AD" clId="Web-{52D381E2-D702-BACD-014A-41CB5538D6D0}" dt="2024-11-27T12:32:34.212" v="47" actId="1076"/>
        <pc:sldMkLst>
          <pc:docMk/>
          <pc:sldMk cId="535055669" sldId="257"/>
        </pc:sldMkLst>
        <pc:spChg chg="mod">
          <ac:chgData name="Aanandnataraj Satheesh Manimala" userId="S::au779825@uni.au.dk::e077dfde-9b0f-4f89-8e10-76ef5642e6c6" providerId="AD" clId="Web-{52D381E2-D702-BACD-014A-41CB5538D6D0}" dt="2024-11-27T12:32:12.805" v="43" actId="1076"/>
          <ac:spMkLst>
            <pc:docMk/>
            <pc:sldMk cId="535055669" sldId="257"/>
            <ac:spMk id="4" creationId="{8CB294AB-AEE3-B5DE-BB8A-934F8B1B4FF7}"/>
          </ac:spMkLst>
        </pc:spChg>
        <pc:picChg chg="add mod">
          <ac:chgData name="Aanandnataraj Satheesh Manimala" userId="S::au779825@uni.au.dk::e077dfde-9b0f-4f89-8e10-76ef5642e6c6" providerId="AD" clId="Web-{52D381E2-D702-BACD-014A-41CB5538D6D0}" dt="2024-11-27T12:32:34.212" v="47" actId="1076"/>
          <ac:picMkLst>
            <pc:docMk/>
            <pc:sldMk cId="535055669" sldId="257"/>
            <ac:picMk id="2" creationId="{3C264DBB-5FCD-0394-6DF5-FA6F0B71232E}"/>
          </ac:picMkLst>
        </pc:picChg>
      </pc:sldChg>
      <pc:sldChg chg="addSp delSp modSp">
        <pc:chgData name="Aanandnataraj Satheesh Manimala" userId="S::au779825@uni.au.dk::e077dfde-9b0f-4f89-8e10-76ef5642e6c6" providerId="AD" clId="Web-{52D381E2-D702-BACD-014A-41CB5538D6D0}" dt="2024-11-27T12:14:40.422" v="20"/>
        <pc:sldMkLst>
          <pc:docMk/>
          <pc:sldMk cId="423296497" sldId="258"/>
        </pc:sldMkLst>
        <pc:spChg chg="mod">
          <ac:chgData name="Aanandnataraj Satheesh Manimala" userId="S::au779825@uni.au.dk::e077dfde-9b0f-4f89-8e10-76ef5642e6c6" providerId="AD" clId="Web-{52D381E2-D702-BACD-014A-41CB5538D6D0}" dt="2024-11-27T12:03:47.369" v="17" actId="1076"/>
          <ac:spMkLst>
            <pc:docMk/>
            <pc:sldMk cId="423296497" sldId="258"/>
            <ac:spMk id="2" creationId="{66292792-2C5C-0BEE-2A35-41F8DD3A23A8}"/>
          </ac:spMkLst>
        </pc:spChg>
        <pc:spChg chg="add del mod">
          <ac:chgData name="Aanandnataraj Satheesh Manimala" userId="S::au779825@uni.au.dk::e077dfde-9b0f-4f89-8e10-76ef5642e6c6" providerId="AD" clId="Web-{52D381E2-D702-BACD-014A-41CB5538D6D0}" dt="2024-11-27T12:14:40.422" v="20"/>
          <ac:spMkLst>
            <pc:docMk/>
            <pc:sldMk cId="423296497" sldId="258"/>
            <ac:spMk id="3" creationId="{84DF68A9-CDCC-5C21-73C2-8898B509B70B}"/>
          </ac:spMkLst>
        </pc:spChg>
      </pc:sldChg>
      <pc:sldChg chg="new">
        <pc:chgData name="Aanandnataraj Satheesh Manimala" userId="S::au779825@uni.au.dk::e077dfde-9b0f-4f89-8e10-76ef5642e6c6" providerId="AD" clId="Web-{52D381E2-D702-BACD-014A-41CB5538D6D0}" dt="2024-11-27T12:10:14.725" v="18"/>
        <pc:sldMkLst>
          <pc:docMk/>
          <pc:sldMk cId="4122574347" sldId="260"/>
        </pc:sldMkLst>
      </pc:sldChg>
    </pc:docChg>
  </pc:docChgLst>
  <pc:docChgLst>
    <pc:chgData name="Malte Pelle Rietdorf" userId="927a3e25-34a4-4625-8fc5-55dace1a0bcf" providerId="ADAL" clId="{2B0B9B77-123B-4287-A727-D19DC9806B05}"/>
    <pc:docChg chg="undo custSel addSld delSld modSld sldOrd addMainMaster delMainMaster modMainMaster">
      <pc:chgData name="Malte Pelle Rietdorf" userId="927a3e25-34a4-4625-8fc5-55dace1a0bcf" providerId="ADAL" clId="{2B0B9B77-123B-4287-A727-D19DC9806B05}" dt="2024-11-27T14:23:39.945" v="2229" actId="20577"/>
      <pc:docMkLst>
        <pc:docMk/>
      </pc:docMkLst>
      <pc:sldChg chg="addSp delSp modSp mod setBg delDesignElem">
        <pc:chgData name="Malte Pelle Rietdorf" userId="927a3e25-34a4-4625-8fc5-55dace1a0bcf" providerId="ADAL" clId="{2B0B9B77-123B-4287-A727-D19DC9806B05}" dt="2024-11-27T13:04:54.087" v="1144" actId="478"/>
        <pc:sldMkLst>
          <pc:docMk/>
          <pc:sldMk cId="109857222" sldId="256"/>
        </pc:sldMkLst>
        <pc:spChg chg="mod">
          <ac:chgData name="Malte Pelle Rietdorf" userId="927a3e25-34a4-4625-8fc5-55dace1a0bcf" providerId="ADAL" clId="{2B0B9B77-123B-4287-A727-D19DC9806B05}" dt="2024-11-27T13:04:07.891" v="1143" actId="790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Malte Pelle Rietdorf" userId="927a3e25-34a4-4625-8fc5-55dace1a0bcf" providerId="ADAL" clId="{2B0B9B77-123B-4287-A727-D19DC9806B05}" dt="2024-11-27T12:50:19.592" v="1091" actId="1076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Malte Pelle Rietdorf" userId="927a3e25-34a4-4625-8fc5-55dace1a0bcf" providerId="ADAL" clId="{2B0B9B77-123B-4287-A727-D19DC9806B05}" dt="2024-11-27T13:04:54.087" v="1144" actId="478"/>
          <ac:spMkLst>
            <pc:docMk/>
            <pc:sldMk cId="109857222" sldId="256"/>
            <ac:spMk id="4" creationId="{97CD8CCC-7376-12F3-9799-C86EC964B851}"/>
          </ac:spMkLst>
        </pc:spChg>
        <pc:spChg chg="add del">
          <ac:chgData name="Malte Pelle Rietdorf" userId="927a3e25-34a4-4625-8fc5-55dace1a0bcf" providerId="ADAL" clId="{2B0B9B77-123B-4287-A727-D19DC9806B05}" dt="2024-11-27T12:47:00.176" v="997" actId="478"/>
          <ac:spMkLst>
            <pc:docMk/>
            <pc:sldMk cId="109857222" sldId="256"/>
            <ac:spMk id="6" creationId="{C351A65E-CA30-F943-E69E-8D921A449CC7}"/>
          </ac:spMkLst>
        </pc:spChg>
        <pc:grpChg chg="add del">
          <ac:chgData name="Malte Pelle Rietdorf" userId="927a3e25-34a4-4625-8fc5-55dace1a0bcf" providerId="ADAL" clId="{2B0B9B77-123B-4287-A727-D19DC9806B05}" dt="2024-11-27T12:24:22.722" v="759"/>
          <ac:grpSpMkLst>
            <pc:docMk/>
            <pc:sldMk cId="109857222" sldId="256"/>
            <ac:grpSpMk id="1032" creationId="{3B337C2F-F4B9-764C-45E5-86A1306E17C7}"/>
          </ac:grpSpMkLst>
        </pc:grpChg>
        <pc:picChg chg="add mod">
          <ac:chgData name="Malte Pelle Rietdorf" userId="927a3e25-34a4-4625-8fc5-55dace1a0bcf" providerId="ADAL" clId="{2B0B9B77-123B-4287-A727-D19DC9806B05}" dt="2024-11-27T11:48:33.598" v="1" actId="26606"/>
          <ac:picMkLst>
            <pc:docMk/>
            <pc:sldMk cId="109857222" sldId="256"/>
            <ac:picMk id="1026" creationId="{16A7F830-19FE-4C46-EB56-07FB27C24BD7}"/>
          </ac:picMkLst>
        </pc:picChg>
        <pc:picChg chg="add mod">
          <ac:chgData name="Malte Pelle Rietdorf" userId="927a3e25-34a4-4625-8fc5-55dace1a0bcf" providerId="ADAL" clId="{2B0B9B77-123B-4287-A727-D19DC9806B05}" dt="2024-11-27T11:48:33.598" v="1" actId="26606"/>
          <ac:picMkLst>
            <pc:docMk/>
            <pc:sldMk cId="109857222" sldId="256"/>
            <ac:picMk id="1027" creationId="{7198723E-E423-0E70-3EBF-F393D2D7A0BB}"/>
          </ac:picMkLst>
        </pc:picChg>
      </pc:sldChg>
      <pc:sldChg chg="addSp delSp modSp new mod ord modNotesTx">
        <pc:chgData name="Malte Pelle Rietdorf" userId="927a3e25-34a4-4625-8fc5-55dace1a0bcf" providerId="ADAL" clId="{2B0B9B77-123B-4287-A727-D19DC9806B05}" dt="2024-11-27T14:23:39.945" v="2229" actId="20577"/>
        <pc:sldMkLst>
          <pc:docMk/>
          <pc:sldMk cId="535055669" sldId="257"/>
        </pc:sldMkLst>
        <pc:spChg chg="del">
          <ac:chgData name="Malte Pelle Rietdorf" userId="927a3e25-34a4-4625-8fc5-55dace1a0bcf" providerId="ADAL" clId="{2B0B9B77-123B-4287-A727-D19DC9806B05}" dt="2024-11-27T11:48:44.583" v="3" actId="478"/>
          <ac:spMkLst>
            <pc:docMk/>
            <pc:sldMk cId="535055669" sldId="257"/>
            <ac:spMk id="2" creationId="{B65ABDCE-A25F-77F2-7DF0-19830B910DEA}"/>
          </ac:spMkLst>
        </pc:spChg>
        <pc:spChg chg="del">
          <ac:chgData name="Malte Pelle Rietdorf" userId="927a3e25-34a4-4625-8fc5-55dace1a0bcf" providerId="ADAL" clId="{2B0B9B77-123B-4287-A727-D19DC9806B05}" dt="2024-11-27T11:48:48.500" v="4" actId="478"/>
          <ac:spMkLst>
            <pc:docMk/>
            <pc:sldMk cId="535055669" sldId="257"/>
            <ac:spMk id="3" creationId="{0ACD8045-022A-FD1A-AA9B-4A77E3F4807D}"/>
          </ac:spMkLst>
        </pc:spChg>
        <pc:spChg chg="add mod">
          <ac:chgData name="Malte Pelle Rietdorf" userId="927a3e25-34a4-4625-8fc5-55dace1a0bcf" providerId="ADAL" clId="{2B0B9B77-123B-4287-A727-D19DC9806B05}" dt="2024-11-27T12:50:52.702" v="1093" actId="790"/>
          <ac:spMkLst>
            <pc:docMk/>
            <pc:sldMk cId="535055669" sldId="257"/>
            <ac:spMk id="4" creationId="{8CB294AB-AEE3-B5DE-BB8A-934F8B1B4FF7}"/>
          </ac:spMkLst>
        </pc:spChg>
        <pc:spChg chg="add del mod">
          <ac:chgData name="Malte Pelle Rietdorf" userId="927a3e25-34a4-4625-8fc5-55dace1a0bcf" providerId="ADAL" clId="{2B0B9B77-123B-4287-A727-D19DC9806B05}" dt="2024-11-27T13:05:53.835" v="1169"/>
          <ac:spMkLst>
            <pc:docMk/>
            <pc:sldMk cId="535055669" sldId="257"/>
            <ac:spMk id="6" creationId="{EE3F154F-925F-A229-DAC2-2EC56614571F}"/>
          </ac:spMkLst>
        </pc:spChg>
        <pc:spChg chg="add mod">
          <ac:chgData name="Malte Pelle Rietdorf" userId="927a3e25-34a4-4625-8fc5-55dace1a0bcf" providerId="ADAL" clId="{2B0B9B77-123B-4287-A727-D19DC9806B05}" dt="2024-11-27T13:55:18.297" v="2055"/>
          <ac:spMkLst>
            <pc:docMk/>
            <pc:sldMk cId="535055669" sldId="257"/>
            <ac:spMk id="10" creationId="{6F693A12-48A9-7AC3-1E41-1322674B4897}"/>
          </ac:spMkLst>
        </pc:spChg>
        <pc:graphicFrameChg chg="add del">
          <ac:chgData name="Malte Pelle Rietdorf" userId="927a3e25-34a4-4625-8fc5-55dace1a0bcf" providerId="ADAL" clId="{2B0B9B77-123B-4287-A727-D19DC9806B05}" dt="2024-11-27T13:38:27.949" v="1654" actId="478"/>
          <ac:graphicFrameMkLst>
            <pc:docMk/>
            <pc:sldMk cId="535055669" sldId="257"/>
            <ac:graphicFrameMk id="8" creationId="{1C4ADE22-3549-69CA-8BE8-C4106CAFF6E1}"/>
          </ac:graphicFrameMkLst>
        </pc:graphicFrameChg>
        <pc:graphicFrameChg chg="add mod">
          <ac:chgData name="Malte Pelle Rietdorf" userId="927a3e25-34a4-4625-8fc5-55dace1a0bcf" providerId="ADAL" clId="{2B0B9B77-123B-4287-A727-D19DC9806B05}" dt="2024-11-27T13:38:20.006" v="1652"/>
          <ac:graphicFrameMkLst>
            <pc:docMk/>
            <pc:sldMk cId="535055669" sldId="257"/>
            <ac:graphicFrameMk id="9" creationId="{A2E739CD-26CE-D4F1-C9DE-4FEF74B05B11}"/>
          </ac:graphicFrameMkLst>
        </pc:graphicFrameChg>
        <pc:picChg chg="mod">
          <ac:chgData name="Malte Pelle Rietdorf" userId="927a3e25-34a4-4625-8fc5-55dace1a0bcf" providerId="ADAL" clId="{2B0B9B77-123B-4287-A727-D19DC9806B05}" dt="2024-11-27T13:09:55.580" v="1329" actId="1076"/>
          <ac:picMkLst>
            <pc:docMk/>
            <pc:sldMk cId="535055669" sldId="257"/>
            <ac:picMk id="2" creationId="{3C264DBB-5FCD-0394-6DF5-FA6F0B71232E}"/>
          </ac:picMkLst>
        </pc:picChg>
        <pc:picChg chg="add del mod">
          <ac:chgData name="Malte Pelle Rietdorf" userId="927a3e25-34a4-4625-8fc5-55dace1a0bcf" providerId="ADAL" clId="{2B0B9B77-123B-4287-A727-D19DC9806B05}" dt="2024-11-27T12:10:46.684" v="229" actId="21"/>
          <ac:picMkLst>
            <pc:docMk/>
            <pc:sldMk cId="535055669" sldId="257"/>
            <ac:picMk id="5" creationId="{B03C03A6-6978-7227-ABE2-3D044E6E3D33}"/>
          </ac:picMkLst>
        </pc:picChg>
        <pc:picChg chg="add mod ord">
          <ac:chgData name="Malte Pelle Rietdorf" userId="927a3e25-34a4-4625-8fc5-55dace1a0bcf" providerId="ADAL" clId="{2B0B9B77-123B-4287-A727-D19DC9806B05}" dt="2024-11-27T12:36:11.640" v="794" actId="167"/>
          <ac:picMkLst>
            <pc:docMk/>
            <pc:sldMk cId="535055669" sldId="257"/>
            <ac:picMk id="7" creationId="{DB57B396-D535-3259-3A43-D581AD345F98}"/>
          </ac:picMkLst>
        </pc:picChg>
        <pc:picChg chg="add del mod">
          <ac:chgData name="Malte Pelle Rietdorf" userId="927a3e25-34a4-4625-8fc5-55dace1a0bcf" providerId="ADAL" clId="{2B0B9B77-123B-4287-A727-D19DC9806B05}" dt="2024-11-27T12:09:18.857" v="196" actId="21"/>
          <ac:picMkLst>
            <pc:docMk/>
            <pc:sldMk cId="535055669" sldId="257"/>
            <ac:picMk id="2050" creationId="{AE4EA20C-5044-6AF0-B77A-54016AB0FA03}"/>
          </ac:picMkLst>
        </pc:picChg>
        <pc:picChg chg="add del mod">
          <ac:chgData name="Malte Pelle Rietdorf" userId="927a3e25-34a4-4625-8fc5-55dace1a0bcf" providerId="ADAL" clId="{2B0B9B77-123B-4287-A727-D19DC9806B05}" dt="2024-11-27T11:55:13.859" v="146" actId="21"/>
          <ac:picMkLst>
            <pc:docMk/>
            <pc:sldMk cId="535055669" sldId="257"/>
            <ac:picMk id="2052" creationId="{B03C03A6-6978-7227-ABE2-3D044E6E3D33}"/>
          </ac:picMkLst>
        </pc:picChg>
      </pc:sldChg>
      <pc:sldChg chg="addSp delSp modSp new mod modAnim modNotesTx">
        <pc:chgData name="Malte Pelle Rietdorf" userId="927a3e25-34a4-4625-8fc5-55dace1a0bcf" providerId="ADAL" clId="{2B0B9B77-123B-4287-A727-D19DC9806B05}" dt="2024-11-27T14:17:35.392" v="2201" actId="208"/>
        <pc:sldMkLst>
          <pc:docMk/>
          <pc:sldMk cId="423296497" sldId="258"/>
        </pc:sldMkLst>
        <pc:spChg chg="mod">
          <ac:chgData name="Malte Pelle Rietdorf" userId="927a3e25-34a4-4625-8fc5-55dace1a0bcf" providerId="ADAL" clId="{2B0B9B77-123B-4287-A727-D19DC9806B05}" dt="2024-11-27T12:50:45.062" v="1092" actId="790"/>
          <ac:spMkLst>
            <pc:docMk/>
            <pc:sldMk cId="423296497" sldId="258"/>
            <ac:spMk id="2" creationId="{66292792-2C5C-0BEE-2A35-41F8DD3A23A8}"/>
          </ac:spMkLst>
        </pc:spChg>
        <pc:spChg chg="del">
          <ac:chgData name="Malte Pelle Rietdorf" userId="927a3e25-34a4-4625-8fc5-55dace1a0bcf" providerId="ADAL" clId="{2B0B9B77-123B-4287-A727-D19DC9806B05}" dt="2024-11-27T12:02:34.773" v="178" actId="478"/>
          <ac:spMkLst>
            <pc:docMk/>
            <pc:sldMk cId="423296497" sldId="258"/>
            <ac:spMk id="3" creationId="{A04249E8-A3E9-77A2-32C3-78BCB0B76EF0}"/>
          </ac:spMkLst>
        </pc:spChg>
        <pc:spChg chg="add del mod">
          <ac:chgData name="Malte Pelle Rietdorf" userId="927a3e25-34a4-4625-8fc5-55dace1a0bcf" providerId="ADAL" clId="{2B0B9B77-123B-4287-A727-D19DC9806B05}" dt="2024-11-27T13:05:27.077" v="1151"/>
          <ac:spMkLst>
            <pc:docMk/>
            <pc:sldMk cId="423296497" sldId="258"/>
            <ac:spMk id="7" creationId="{AD36CE63-8767-62BF-81C2-9AE3C49AA850}"/>
          </ac:spMkLst>
        </pc:spChg>
        <pc:spChg chg="add mod">
          <ac:chgData name="Malte Pelle Rietdorf" userId="927a3e25-34a4-4625-8fc5-55dace1a0bcf" providerId="ADAL" clId="{2B0B9B77-123B-4287-A727-D19DC9806B05}" dt="2024-11-27T13:33:31.043" v="1497"/>
          <ac:spMkLst>
            <pc:docMk/>
            <pc:sldMk cId="423296497" sldId="258"/>
            <ac:spMk id="11" creationId="{ACF8A4DF-B44B-B487-6828-545D681EFC02}"/>
          </ac:spMkLst>
        </pc:spChg>
        <pc:spChg chg="add mod">
          <ac:chgData name="Malte Pelle Rietdorf" userId="927a3e25-34a4-4625-8fc5-55dace1a0bcf" providerId="ADAL" clId="{2B0B9B77-123B-4287-A727-D19DC9806B05}" dt="2024-11-27T13:40:25.263" v="1656"/>
          <ac:spMkLst>
            <pc:docMk/>
            <pc:sldMk cId="423296497" sldId="258"/>
            <ac:spMk id="13" creationId="{AC9F9436-7277-A031-89CE-0858196BCC17}"/>
          </ac:spMkLst>
        </pc:spChg>
        <pc:spChg chg="add mod">
          <ac:chgData name="Malte Pelle Rietdorf" userId="927a3e25-34a4-4625-8fc5-55dace1a0bcf" providerId="ADAL" clId="{2B0B9B77-123B-4287-A727-D19DC9806B05}" dt="2024-11-27T14:09:04.478" v="2151" actId="20577"/>
          <ac:spMkLst>
            <pc:docMk/>
            <pc:sldMk cId="423296497" sldId="258"/>
            <ac:spMk id="14" creationId="{409675B4-AF7D-86C0-1FBA-0289AE477404}"/>
          </ac:spMkLst>
        </pc:spChg>
        <pc:spChg chg="add mod">
          <ac:chgData name="Malte Pelle Rietdorf" userId="927a3e25-34a4-4625-8fc5-55dace1a0bcf" providerId="ADAL" clId="{2B0B9B77-123B-4287-A727-D19DC9806B05}" dt="2024-11-27T13:55:10.228" v="2054" actId="1076"/>
          <ac:spMkLst>
            <pc:docMk/>
            <pc:sldMk cId="423296497" sldId="258"/>
            <ac:spMk id="15" creationId="{48B8689E-D56C-47B9-E05D-E44F5D3F8240}"/>
          </ac:spMkLst>
        </pc:spChg>
        <pc:spChg chg="add mod">
          <ac:chgData name="Malte Pelle Rietdorf" userId="927a3e25-34a4-4625-8fc5-55dace1a0bcf" providerId="ADAL" clId="{2B0B9B77-123B-4287-A727-D19DC9806B05}" dt="2024-11-27T14:17:35.392" v="2201" actId="208"/>
          <ac:spMkLst>
            <pc:docMk/>
            <pc:sldMk cId="423296497" sldId="258"/>
            <ac:spMk id="19" creationId="{48D4180A-9534-EAF4-DA15-FEDAD47F2D5D}"/>
          </ac:spMkLst>
        </pc:spChg>
        <pc:graphicFrameChg chg="add del mod modGraphic">
          <ac:chgData name="Malte Pelle Rietdorf" userId="927a3e25-34a4-4625-8fc5-55dace1a0bcf" providerId="ADAL" clId="{2B0B9B77-123B-4287-A727-D19DC9806B05}" dt="2024-11-27T13:40:13.522" v="1655" actId="478"/>
          <ac:graphicFrameMkLst>
            <pc:docMk/>
            <pc:sldMk cId="423296497" sldId="258"/>
            <ac:graphicFrameMk id="10" creationId="{DC796820-A19C-DD87-F37E-293B0698298F}"/>
          </ac:graphicFrameMkLst>
        </pc:graphicFrameChg>
        <pc:graphicFrameChg chg="add mod modGraphic">
          <ac:chgData name="Malte Pelle Rietdorf" userId="927a3e25-34a4-4625-8fc5-55dace1a0bcf" providerId="ADAL" clId="{2B0B9B77-123B-4287-A727-D19DC9806B05}" dt="2024-11-27T13:49:08.969" v="1928" actId="1076"/>
          <ac:graphicFrameMkLst>
            <pc:docMk/>
            <pc:sldMk cId="423296497" sldId="258"/>
            <ac:graphicFrameMk id="12" creationId="{1162ADE2-FA77-2767-44DF-2667E45B1F14}"/>
          </ac:graphicFrameMkLst>
        </pc:graphicFrameChg>
        <pc:picChg chg="add mod">
          <ac:chgData name="Malte Pelle Rietdorf" userId="927a3e25-34a4-4625-8fc5-55dace1a0bcf" providerId="ADAL" clId="{2B0B9B77-123B-4287-A727-D19DC9806B05}" dt="2024-11-27T14:16:18.007" v="2197" actId="1076"/>
          <ac:picMkLst>
            <pc:docMk/>
            <pc:sldMk cId="423296497" sldId="258"/>
            <ac:picMk id="5" creationId="{109F4002-DD69-C816-2984-CE4B7A9F38CE}"/>
          </ac:picMkLst>
        </pc:picChg>
        <pc:picChg chg="add mod">
          <ac:chgData name="Malte Pelle Rietdorf" userId="927a3e25-34a4-4625-8fc5-55dace1a0bcf" providerId="ADAL" clId="{2B0B9B77-123B-4287-A727-D19DC9806B05}" dt="2024-11-27T12:10:17.106" v="203"/>
          <ac:picMkLst>
            <pc:docMk/>
            <pc:sldMk cId="423296497" sldId="258"/>
            <ac:picMk id="6" creationId="{915B8F3C-63D0-B41B-01FB-7D37EF343D78}"/>
          </ac:picMkLst>
        </pc:picChg>
        <pc:picChg chg="add mod ord">
          <ac:chgData name="Malte Pelle Rietdorf" userId="927a3e25-34a4-4625-8fc5-55dace1a0bcf" providerId="ADAL" clId="{2B0B9B77-123B-4287-A727-D19DC9806B05}" dt="2024-11-27T12:33:14.221" v="772" actId="14100"/>
          <ac:picMkLst>
            <pc:docMk/>
            <pc:sldMk cId="423296497" sldId="258"/>
            <ac:picMk id="9" creationId="{F525266C-8782-7A6D-3C7F-154C81EFFAD9}"/>
          </ac:picMkLst>
        </pc:picChg>
        <pc:picChg chg="add mod ord modCrop">
          <ac:chgData name="Malte Pelle Rietdorf" userId="927a3e25-34a4-4625-8fc5-55dace1a0bcf" providerId="ADAL" clId="{2B0B9B77-123B-4287-A727-D19DC9806B05}" dt="2024-11-27T14:12:04.719" v="2164" actId="1076"/>
          <ac:picMkLst>
            <pc:docMk/>
            <pc:sldMk cId="423296497" sldId="258"/>
            <ac:picMk id="16" creationId="{1E7CF23A-6970-6D18-82D3-B32BA2DE99B9}"/>
          </ac:picMkLst>
        </pc:picChg>
        <pc:picChg chg="add mod ord modCrop">
          <ac:chgData name="Malte Pelle Rietdorf" userId="927a3e25-34a4-4625-8fc5-55dace1a0bcf" providerId="ADAL" clId="{2B0B9B77-123B-4287-A727-D19DC9806B05}" dt="2024-11-27T14:13:21.350" v="2176" actId="1076"/>
          <ac:picMkLst>
            <pc:docMk/>
            <pc:sldMk cId="423296497" sldId="258"/>
            <ac:picMk id="17" creationId="{F84B66FD-B430-375C-07FA-690AE812B711}"/>
          </ac:picMkLst>
        </pc:picChg>
        <pc:picChg chg="add mod ord modCrop">
          <ac:chgData name="Malte Pelle Rietdorf" userId="927a3e25-34a4-4625-8fc5-55dace1a0bcf" providerId="ADAL" clId="{2B0B9B77-123B-4287-A727-D19DC9806B05}" dt="2024-11-27T14:16:02.052" v="2195" actId="1076"/>
          <ac:picMkLst>
            <pc:docMk/>
            <pc:sldMk cId="423296497" sldId="258"/>
            <ac:picMk id="18" creationId="{432A8296-E97C-B6CA-CC54-4498178D95DA}"/>
          </ac:picMkLst>
        </pc:picChg>
        <pc:picChg chg="add del mod">
          <ac:chgData name="Malte Pelle Rietdorf" userId="927a3e25-34a4-4625-8fc5-55dace1a0bcf" providerId="ADAL" clId="{2B0B9B77-123B-4287-A727-D19DC9806B05}" dt="2024-11-27T12:09:29.179" v="199" actId="478"/>
          <ac:picMkLst>
            <pc:docMk/>
            <pc:sldMk cId="423296497" sldId="258"/>
            <ac:picMk id="2050" creationId="{AE4EA20C-5044-6AF0-B77A-54016AB0FA03}"/>
          </ac:picMkLst>
        </pc:picChg>
      </pc:sldChg>
      <pc:sldChg chg="addSp delSp modSp new mod modNotesTx">
        <pc:chgData name="Malte Pelle Rietdorf" userId="927a3e25-34a4-4625-8fc5-55dace1a0bcf" providerId="ADAL" clId="{2B0B9B77-123B-4287-A727-D19DC9806B05}" dt="2024-11-27T13:56:34.839" v="2091" actId="208"/>
        <pc:sldMkLst>
          <pc:docMk/>
          <pc:sldMk cId="44534336" sldId="259"/>
        </pc:sldMkLst>
        <pc:spChg chg="mod">
          <ac:chgData name="Malte Pelle Rietdorf" userId="927a3e25-34a4-4625-8fc5-55dace1a0bcf" providerId="ADAL" clId="{2B0B9B77-123B-4287-A727-D19DC9806B05}" dt="2024-11-27T12:44:48.546" v="955" actId="790"/>
          <ac:spMkLst>
            <pc:docMk/>
            <pc:sldMk cId="44534336" sldId="259"/>
            <ac:spMk id="2" creationId="{C26ACEE8-1D0B-0C98-9967-52AA1B45192E}"/>
          </ac:spMkLst>
        </pc:spChg>
        <pc:spChg chg="add del mod">
          <ac:chgData name="Malte Pelle Rietdorf" userId="927a3e25-34a4-4625-8fc5-55dace1a0bcf" providerId="ADAL" clId="{2B0B9B77-123B-4287-A727-D19DC9806B05}" dt="2024-11-27T12:34:16.407" v="783" actId="26606"/>
          <ac:spMkLst>
            <pc:docMk/>
            <pc:sldMk cId="44534336" sldId="259"/>
            <ac:spMk id="3" creationId="{18092169-9FD6-694F-8A31-9D7FA1E3E878}"/>
          </ac:spMkLst>
        </pc:spChg>
        <pc:spChg chg="add del mod">
          <ac:chgData name="Malte Pelle Rietdorf" userId="927a3e25-34a4-4625-8fc5-55dace1a0bcf" providerId="ADAL" clId="{2B0B9B77-123B-4287-A727-D19DC9806B05}" dt="2024-11-27T13:07:13.463" v="1302" actId="478"/>
          <ac:spMkLst>
            <pc:docMk/>
            <pc:sldMk cId="44534336" sldId="259"/>
            <ac:spMk id="4" creationId="{B1815551-5E0C-8DAC-8CCA-583D46D18C7C}"/>
          </ac:spMkLst>
        </pc:spChg>
        <pc:spChg chg="add mod">
          <ac:chgData name="Malte Pelle Rietdorf" userId="927a3e25-34a4-4625-8fc5-55dace1a0bcf" providerId="ADAL" clId="{2B0B9B77-123B-4287-A727-D19DC9806B05}" dt="2024-11-27T13:55:23.379" v="2057"/>
          <ac:spMkLst>
            <pc:docMk/>
            <pc:sldMk cId="44534336" sldId="259"/>
            <ac:spMk id="6" creationId="{9C6BBBFE-00E9-1E5E-ACFC-EB693EF2BDD7}"/>
          </ac:spMkLst>
        </pc:spChg>
        <pc:graphicFrameChg chg="add del">
          <ac:chgData name="Malte Pelle Rietdorf" userId="927a3e25-34a4-4625-8fc5-55dace1a0bcf" providerId="ADAL" clId="{2B0B9B77-123B-4287-A727-D19DC9806B05}" dt="2024-11-27T12:34:16.407" v="782" actId="26606"/>
          <ac:graphicFrameMkLst>
            <pc:docMk/>
            <pc:sldMk cId="44534336" sldId="259"/>
            <ac:graphicFrameMk id="7" creationId="{C46124A4-1AF4-2EAD-5ACA-AE8B1E22C14F}"/>
          </ac:graphicFrameMkLst>
        </pc:graphicFrameChg>
        <pc:graphicFrameChg chg="add mod modGraphic">
          <ac:chgData name="Malte Pelle Rietdorf" userId="927a3e25-34a4-4625-8fc5-55dace1a0bcf" providerId="ADAL" clId="{2B0B9B77-123B-4287-A727-D19DC9806B05}" dt="2024-11-27T13:56:34.839" v="2091" actId="208"/>
          <ac:graphicFrameMkLst>
            <pc:docMk/>
            <pc:sldMk cId="44534336" sldId="259"/>
            <ac:graphicFrameMk id="9" creationId="{5EE7138B-D625-7FE3-6C52-746D69929D9E}"/>
          </ac:graphicFrameMkLst>
        </pc:graphicFrameChg>
        <pc:picChg chg="add mod ord">
          <ac:chgData name="Malte Pelle Rietdorf" userId="927a3e25-34a4-4625-8fc5-55dace1a0bcf" providerId="ADAL" clId="{2B0B9B77-123B-4287-A727-D19DC9806B05}" dt="2024-11-27T12:39:42.488" v="812" actId="167"/>
          <ac:picMkLst>
            <pc:docMk/>
            <pc:sldMk cId="44534336" sldId="259"/>
            <ac:picMk id="5" creationId="{915FF99F-3A22-9EA6-8637-63F2CADCE4EF}"/>
          </ac:picMkLst>
        </pc:picChg>
        <pc:picChg chg="add del mod">
          <ac:chgData name="Malte Pelle Rietdorf" userId="927a3e25-34a4-4625-8fc5-55dace1a0bcf" providerId="ADAL" clId="{2B0B9B77-123B-4287-A727-D19DC9806B05}" dt="2024-11-27T12:04:43.857" v="192" actId="21"/>
          <ac:picMkLst>
            <pc:docMk/>
            <pc:sldMk cId="44534336" sldId="259"/>
            <ac:picMk id="2052" creationId="{B03C03A6-6978-7227-ABE2-3D044E6E3D33}"/>
          </ac:picMkLst>
        </pc:picChg>
      </pc:sldChg>
      <pc:sldChg chg="addSp delSp modSp mod modNotesTx">
        <pc:chgData name="Malte Pelle Rietdorf" userId="927a3e25-34a4-4625-8fc5-55dace1a0bcf" providerId="ADAL" clId="{2B0B9B77-123B-4287-A727-D19DC9806B05}" dt="2024-11-27T14:23:27.591" v="2214" actId="20577"/>
        <pc:sldMkLst>
          <pc:docMk/>
          <pc:sldMk cId="4122574347" sldId="260"/>
        </pc:sldMkLst>
        <pc:spChg chg="mod">
          <ac:chgData name="Malte Pelle Rietdorf" userId="927a3e25-34a4-4625-8fc5-55dace1a0bcf" providerId="ADAL" clId="{2B0B9B77-123B-4287-A727-D19DC9806B05}" dt="2024-11-27T12:51:05.805" v="1097" actId="790"/>
          <ac:spMkLst>
            <pc:docMk/>
            <pc:sldMk cId="4122574347" sldId="260"/>
            <ac:spMk id="2" creationId="{44C3451D-DC8D-1F3D-FA5C-43D633EACC9C}"/>
          </ac:spMkLst>
        </pc:spChg>
        <pc:spChg chg="del">
          <ac:chgData name="Malte Pelle Rietdorf" userId="927a3e25-34a4-4625-8fc5-55dace1a0bcf" providerId="ADAL" clId="{2B0B9B77-123B-4287-A727-D19DC9806B05}" dt="2024-11-27T12:10:43.719" v="228" actId="478"/>
          <ac:spMkLst>
            <pc:docMk/>
            <pc:sldMk cId="4122574347" sldId="260"/>
            <ac:spMk id="3" creationId="{74B46E8E-279A-2982-64BD-F1197AB25D4D}"/>
          </ac:spMkLst>
        </pc:spChg>
        <pc:spChg chg="add del mod">
          <ac:chgData name="Malte Pelle Rietdorf" userId="927a3e25-34a4-4625-8fc5-55dace1a0bcf" providerId="ADAL" clId="{2B0B9B77-123B-4287-A727-D19DC9806B05}" dt="2024-11-27T13:05:59.387" v="1171" actId="478"/>
          <ac:spMkLst>
            <pc:docMk/>
            <pc:sldMk cId="4122574347" sldId="260"/>
            <ac:spMk id="4" creationId="{24636613-F43B-CE70-7A68-FE68FDE13CDE}"/>
          </ac:spMkLst>
        </pc:spChg>
        <pc:spChg chg="add mod">
          <ac:chgData name="Malte Pelle Rietdorf" userId="927a3e25-34a4-4625-8fc5-55dace1a0bcf" providerId="ADAL" clId="{2B0B9B77-123B-4287-A727-D19DC9806B05}" dt="2024-11-27T13:55:20.672" v="2056"/>
          <ac:spMkLst>
            <pc:docMk/>
            <pc:sldMk cId="4122574347" sldId="260"/>
            <ac:spMk id="8" creationId="{F00B90DC-4FF0-AA80-02F2-AF66319EC079}"/>
          </ac:spMkLst>
        </pc:spChg>
        <pc:graphicFrameChg chg="add mod">
          <ac:chgData name="Malte Pelle Rietdorf" userId="927a3e25-34a4-4625-8fc5-55dace1a0bcf" providerId="ADAL" clId="{2B0B9B77-123B-4287-A727-D19DC9806B05}" dt="2024-11-27T13:38:22.464" v="1653"/>
          <ac:graphicFrameMkLst>
            <pc:docMk/>
            <pc:sldMk cId="4122574347" sldId="260"/>
            <ac:graphicFrameMk id="7" creationId="{773CCCF0-34B4-DA8C-C55E-A2CA4CEAF2A6}"/>
          </ac:graphicFrameMkLst>
        </pc:graphicFrameChg>
        <pc:picChg chg="add mod">
          <ac:chgData name="Malte Pelle Rietdorf" userId="927a3e25-34a4-4625-8fc5-55dace1a0bcf" providerId="ADAL" clId="{2B0B9B77-123B-4287-A727-D19DC9806B05}" dt="2024-11-27T12:10:49.796" v="230"/>
          <ac:picMkLst>
            <pc:docMk/>
            <pc:sldMk cId="4122574347" sldId="260"/>
            <ac:picMk id="5" creationId="{B03C03A6-6978-7227-ABE2-3D044E6E3D33}"/>
          </ac:picMkLst>
        </pc:picChg>
        <pc:picChg chg="add mod ord">
          <ac:chgData name="Malte Pelle Rietdorf" userId="927a3e25-34a4-4625-8fc5-55dace1a0bcf" providerId="ADAL" clId="{2B0B9B77-123B-4287-A727-D19DC9806B05}" dt="2024-11-27T12:39:17.364" v="806" actId="167"/>
          <ac:picMkLst>
            <pc:docMk/>
            <pc:sldMk cId="4122574347" sldId="260"/>
            <ac:picMk id="6" creationId="{FC660DF2-76AF-B9E0-D6D1-F7412C47F306}"/>
          </ac:picMkLst>
        </pc:picChg>
      </pc:sldChg>
      <pc:sldChg chg="delSp modSp add del mod">
        <pc:chgData name="Malte Pelle Rietdorf" userId="927a3e25-34a4-4625-8fc5-55dace1a0bcf" providerId="ADAL" clId="{2B0B9B77-123B-4287-A727-D19DC9806B05}" dt="2024-11-27T12:16:12.451" v="709" actId="47"/>
        <pc:sldMkLst>
          <pc:docMk/>
          <pc:sldMk cId="3449211246" sldId="261"/>
        </pc:sldMkLst>
        <pc:spChg chg="mod">
          <ac:chgData name="Malte Pelle Rietdorf" userId="927a3e25-34a4-4625-8fc5-55dace1a0bcf" providerId="ADAL" clId="{2B0B9B77-123B-4287-A727-D19DC9806B05}" dt="2024-11-27T12:15:37.246" v="688" actId="20577"/>
          <ac:spMkLst>
            <pc:docMk/>
            <pc:sldMk cId="3449211246" sldId="261"/>
            <ac:spMk id="2" creationId="{E44F92BB-7690-A029-511B-BBA0068FD91E}"/>
          </ac:spMkLst>
        </pc:spChg>
        <pc:picChg chg="del">
          <ac:chgData name="Malte Pelle Rietdorf" userId="927a3e25-34a4-4625-8fc5-55dace1a0bcf" providerId="ADAL" clId="{2B0B9B77-123B-4287-A727-D19DC9806B05}" dt="2024-11-27T12:15:34.184" v="684" actId="478"/>
          <ac:picMkLst>
            <pc:docMk/>
            <pc:sldMk cId="3449211246" sldId="261"/>
            <ac:picMk id="5" creationId="{008DE764-A089-8AD3-135F-0B980EA5051C}"/>
          </ac:picMkLst>
        </pc:picChg>
      </pc:sldChg>
      <pc:sldMasterChg chg="new del mod addSldLayout delSldLayout">
        <pc:chgData name="Malte Pelle Rietdorf" userId="927a3e25-34a4-4625-8fc5-55dace1a0bcf" providerId="ADAL" clId="{2B0B9B77-123B-4287-A727-D19DC9806B05}" dt="2024-11-27T12:23:35.960" v="756" actId="6938"/>
        <pc:sldMasterMkLst>
          <pc:docMk/>
          <pc:sldMasterMk cId="3739598394" sldId="2147483672"/>
        </pc:sldMasterMkLst>
        <pc:sldLayoutChg chg="new del replId">
          <pc:chgData name="Malte Pelle Rietdorf" userId="927a3e25-34a4-4625-8fc5-55dace1a0bcf" providerId="ADAL" clId="{2B0B9B77-123B-4287-A727-D19DC9806B05}" dt="2024-11-27T12:23:35.960" v="756" actId="6938"/>
          <pc:sldLayoutMkLst>
            <pc:docMk/>
            <pc:sldMasterMk cId="3739598394" sldId="2147483672"/>
            <pc:sldLayoutMk cId="459109400" sldId="2147483673"/>
          </pc:sldLayoutMkLst>
        </pc:sldLayoutChg>
        <pc:sldLayoutChg chg="new del replId">
          <pc:chgData name="Malte Pelle Rietdorf" userId="927a3e25-34a4-4625-8fc5-55dace1a0bcf" providerId="ADAL" clId="{2B0B9B77-123B-4287-A727-D19DC9806B05}" dt="2024-11-27T12:23:35.960" v="756" actId="6938"/>
          <pc:sldLayoutMkLst>
            <pc:docMk/>
            <pc:sldMasterMk cId="3739598394" sldId="2147483672"/>
            <pc:sldLayoutMk cId="4291873691" sldId="2147483674"/>
          </pc:sldLayoutMkLst>
        </pc:sldLayoutChg>
        <pc:sldLayoutChg chg="new del replId">
          <pc:chgData name="Malte Pelle Rietdorf" userId="927a3e25-34a4-4625-8fc5-55dace1a0bcf" providerId="ADAL" clId="{2B0B9B77-123B-4287-A727-D19DC9806B05}" dt="2024-11-27T12:23:35.960" v="756" actId="6938"/>
          <pc:sldLayoutMkLst>
            <pc:docMk/>
            <pc:sldMasterMk cId="3739598394" sldId="2147483672"/>
            <pc:sldLayoutMk cId="4261323720" sldId="2147483675"/>
          </pc:sldLayoutMkLst>
        </pc:sldLayoutChg>
        <pc:sldLayoutChg chg="new del replId">
          <pc:chgData name="Malte Pelle Rietdorf" userId="927a3e25-34a4-4625-8fc5-55dace1a0bcf" providerId="ADAL" clId="{2B0B9B77-123B-4287-A727-D19DC9806B05}" dt="2024-11-27T12:23:35.960" v="756" actId="6938"/>
          <pc:sldLayoutMkLst>
            <pc:docMk/>
            <pc:sldMasterMk cId="3739598394" sldId="2147483672"/>
            <pc:sldLayoutMk cId="2535232623" sldId="2147483676"/>
          </pc:sldLayoutMkLst>
        </pc:sldLayoutChg>
        <pc:sldLayoutChg chg="new del replId">
          <pc:chgData name="Malte Pelle Rietdorf" userId="927a3e25-34a4-4625-8fc5-55dace1a0bcf" providerId="ADAL" clId="{2B0B9B77-123B-4287-A727-D19DC9806B05}" dt="2024-11-27T12:23:35.960" v="756" actId="6938"/>
          <pc:sldLayoutMkLst>
            <pc:docMk/>
            <pc:sldMasterMk cId="3739598394" sldId="2147483672"/>
            <pc:sldLayoutMk cId="3569757502" sldId="2147483677"/>
          </pc:sldLayoutMkLst>
        </pc:sldLayoutChg>
        <pc:sldLayoutChg chg="new del replId">
          <pc:chgData name="Malte Pelle Rietdorf" userId="927a3e25-34a4-4625-8fc5-55dace1a0bcf" providerId="ADAL" clId="{2B0B9B77-123B-4287-A727-D19DC9806B05}" dt="2024-11-27T12:23:35.960" v="756" actId="6938"/>
          <pc:sldLayoutMkLst>
            <pc:docMk/>
            <pc:sldMasterMk cId="3739598394" sldId="2147483672"/>
            <pc:sldLayoutMk cId="1776601585" sldId="2147483678"/>
          </pc:sldLayoutMkLst>
        </pc:sldLayoutChg>
        <pc:sldLayoutChg chg="new del replId">
          <pc:chgData name="Malte Pelle Rietdorf" userId="927a3e25-34a4-4625-8fc5-55dace1a0bcf" providerId="ADAL" clId="{2B0B9B77-123B-4287-A727-D19DC9806B05}" dt="2024-11-27T12:23:35.960" v="756" actId="6938"/>
          <pc:sldLayoutMkLst>
            <pc:docMk/>
            <pc:sldMasterMk cId="3739598394" sldId="2147483672"/>
            <pc:sldLayoutMk cId="573537692" sldId="2147483679"/>
          </pc:sldLayoutMkLst>
        </pc:sldLayoutChg>
        <pc:sldLayoutChg chg="new del replId">
          <pc:chgData name="Malte Pelle Rietdorf" userId="927a3e25-34a4-4625-8fc5-55dace1a0bcf" providerId="ADAL" clId="{2B0B9B77-123B-4287-A727-D19DC9806B05}" dt="2024-11-27T12:23:35.960" v="756" actId="6938"/>
          <pc:sldLayoutMkLst>
            <pc:docMk/>
            <pc:sldMasterMk cId="3739598394" sldId="2147483672"/>
            <pc:sldLayoutMk cId="1485668365" sldId="2147483680"/>
          </pc:sldLayoutMkLst>
        </pc:sldLayoutChg>
        <pc:sldLayoutChg chg="new del replId">
          <pc:chgData name="Malte Pelle Rietdorf" userId="927a3e25-34a4-4625-8fc5-55dace1a0bcf" providerId="ADAL" clId="{2B0B9B77-123B-4287-A727-D19DC9806B05}" dt="2024-11-27T12:23:35.960" v="756" actId="6938"/>
          <pc:sldLayoutMkLst>
            <pc:docMk/>
            <pc:sldMasterMk cId="3739598394" sldId="2147483672"/>
            <pc:sldLayoutMk cId="399312886" sldId="2147483681"/>
          </pc:sldLayoutMkLst>
        </pc:sldLayoutChg>
        <pc:sldLayoutChg chg="new del replId">
          <pc:chgData name="Malte Pelle Rietdorf" userId="927a3e25-34a4-4625-8fc5-55dace1a0bcf" providerId="ADAL" clId="{2B0B9B77-123B-4287-A727-D19DC9806B05}" dt="2024-11-27T12:23:35.960" v="756" actId="6938"/>
          <pc:sldLayoutMkLst>
            <pc:docMk/>
            <pc:sldMasterMk cId="3739598394" sldId="2147483672"/>
            <pc:sldLayoutMk cId="2590908143" sldId="2147483682"/>
          </pc:sldLayoutMkLst>
        </pc:sldLayoutChg>
        <pc:sldLayoutChg chg="new del replId">
          <pc:chgData name="Malte Pelle Rietdorf" userId="927a3e25-34a4-4625-8fc5-55dace1a0bcf" providerId="ADAL" clId="{2B0B9B77-123B-4287-A727-D19DC9806B05}" dt="2024-11-27T12:23:35.960" v="756" actId="6938"/>
          <pc:sldLayoutMkLst>
            <pc:docMk/>
            <pc:sldMasterMk cId="3739598394" sldId="2147483672"/>
            <pc:sldLayoutMk cId="3480480246" sldId="2147483683"/>
          </pc:sldLayoutMkLst>
        </pc:sldLayoutChg>
      </pc:sldMasterChg>
    </pc:docChg>
  </pc:docChgLst>
  <pc:docChgLst>
    <pc:chgData clId="Web-{52D381E2-D702-BACD-014A-41CB5538D6D0}"/>
    <pc:docChg chg="modSld">
      <pc:chgData name="" userId="" providerId="" clId="Web-{52D381E2-D702-BACD-014A-41CB5538D6D0}" dt="2024-11-27T12:03:03.586" v="0" actId="20577"/>
      <pc:docMkLst>
        <pc:docMk/>
      </pc:docMkLst>
      <pc:sldChg chg="modSp">
        <pc:chgData name="" userId="" providerId="" clId="Web-{52D381E2-D702-BACD-014A-41CB5538D6D0}" dt="2024-11-27T12:03:03.586" v="0" actId="20577"/>
        <pc:sldMkLst>
          <pc:docMk/>
          <pc:sldMk cId="423296497" sldId="258"/>
        </pc:sldMkLst>
        <pc:spChg chg="mod">
          <ac:chgData name="" userId="" providerId="" clId="Web-{52D381E2-D702-BACD-014A-41CB5538D6D0}" dt="2024-11-27T12:03:03.586" v="0" actId="20577"/>
          <ac:spMkLst>
            <pc:docMk/>
            <pc:sldMk cId="423296497" sldId="258"/>
            <ac:spMk id="2" creationId="{66292792-2C5C-0BEE-2A35-41F8DD3A23A8}"/>
          </ac:spMkLst>
        </pc:spChg>
      </pc:sldChg>
    </pc:docChg>
  </pc:docChgLst>
  <pc:docChgLst>
    <pc:chgData name="Aanandnataraj Satheesh Manimala" userId="S::au779825@uni.au.dk::e077dfde-9b0f-4f89-8e10-76ef5642e6c6" providerId="AD" clId="Web-{15787BD5-622F-04C2-720B-7A0007B06C9C}"/>
    <pc:docChg chg="modSld">
      <pc:chgData name="Aanandnataraj Satheesh Manimala" userId="S::au779825@uni.au.dk::e077dfde-9b0f-4f89-8e10-76ef5642e6c6" providerId="AD" clId="Web-{15787BD5-622F-04C2-720B-7A0007B06C9C}" dt="2024-11-28T08:49:49.501" v="37" actId="20577"/>
      <pc:docMkLst>
        <pc:docMk/>
      </pc:docMkLst>
      <pc:sldChg chg="modSp">
        <pc:chgData name="Aanandnataraj Satheesh Manimala" userId="S::au779825@uni.au.dk::e077dfde-9b0f-4f89-8e10-76ef5642e6c6" providerId="AD" clId="Web-{15787BD5-622F-04C2-720B-7A0007B06C9C}" dt="2024-11-28T08:20:05.282" v="29"/>
        <pc:sldMkLst>
          <pc:docMk/>
          <pc:sldMk cId="535055669" sldId="257"/>
        </pc:sldMkLst>
        <pc:spChg chg="mod modVis">
          <ac:chgData name="Aanandnataraj Satheesh Manimala" userId="S::au779825@uni.au.dk::e077dfde-9b0f-4f89-8e10-76ef5642e6c6" providerId="AD" clId="Web-{15787BD5-622F-04C2-720B-7A0007B06C9C}" dt="2024-11-28T08:20:05.219" v="28"/>
          <ac:spMkLst>
            <pc:docMk/>
            <pc:sldMk cId="535055669" sldId="257"/>
            <ac:spMk id="2" creationId="{FE0601AA-338A-FC03-122E-D08C7C8701AC}"/>
          </ac:spMkLst>
        </pc:spChg>
        <pc:spChg chg="mod modVis">
          <ac:chgData name="Aanandnataraj Satheesh Manimala" userId="S::au779825@uni.au.dk::e077dfde-9b0f-4f89-8e10-76ef5642e6c6" providerId="AD" clId="Web-{15787BD5-622F-04C2-720B-7A0007B06C9C}" dt="2024-11-28T08:20:04.969" v="23"/>
          <ac:spMkLst>
            <pc:docMk/>
            <pc:sldMk cId="535055669" sldId="257"/>
            <ac:spMk id="3" creationId="{FC318401-FA6C-7970-EAA2-DCE10B19CA70}"/>
          </ac:spMkLst>
        </pc:spChg>
        <pc:spChg chg="mod modVis">
          <ac:chgData name="Aanandnataraj Satheesh Manimala" userId="S::au779825@uni.au.dk::e077dfde-9b0f-4f89-8e10-76ef5642e6c6" providerId="AD" clId="Web-{15787BD5-622F-04C2-720B-7A0007B06C9C}" dt="2024-11-28T08:20:04.860" v="20"/>
          <ac:spMkLst>
            <pc:docMk/>
            <pc:sldMk cId="535055669" sldId="257"/>
            <ac:spMk id="4" creationId="{8CB294AB-AEE3-B5DE-BB8A-934F8B1B4FF7}"/>
          </ac:spMkLst>
        </pc:spChg>
        <pc:spChg chg="mod modVis">
          <ac:chgData name="Aanandnataraj Satheesh Manimala" userId="S::au779825@uni.au.dk::e077dfde-9b0f-4f89-8e10-76ef5642e6c6" providerId="AD" clId="Web-{15787BD5-622F-04C2-720B-7A0007B06C9C}" dt="2024-11-28T08:20:05.016" v="24"/>
          <ac:spMkLst>
            <pc:docMk/>
            <pc:sldMk cId="535055669" sldId="257"/>
            <ac:spMk id="5" creationId="{9962FBCA-6D7D-6EA7-B08D-ABF3ED957703}"/>
          </ac:spMkLst>
        </pc:spChg>
        <pc:spChg chg="mod modVis">
          <ac:chgData name="Aanandnataraj Satheesh Manimala" userId="S::au779825@uni.au.dk::e077dfde-9b0f-4f89-8e10-76ef5642e6c6" providerId="AD" clId="Web-{15787BD5-622F-04C2-720B-7A0007B06C9C}" dt="2024-11-28T08:20:04.922" v="22"/>
          <ac:spMkLst>
            <pc:docMk/>
            <pc:sldMk cId="535055669" sldId="257"/>
            <ac:spMk id="10" creationId="{6F693A12-48A9-7AC3-1E41-1322674B4897}"/>
          </ac:spMkLst>
        </pc:spChg>
        <pc:spChg chg="mod">
          <ac:chgData name="Aanandnataraj Satheesh Manimala" userId="S::au779825@uni.au.dk::e077dfde-9b0f-4f89-8e10-76ef5642e6c6" providerId="AD" clId="Web-{15787BD5-622F-04C2-720B-7A0007B06C9C}" dt="2024-11-28T08:19:57.672" v="16" actId="20577"/>
          <ac:spMkLst>
            <pc:docMk/>
            <pc:sldMk cId="535055669" sldId="257"/>
            <ac:spMk id="12" creationId="{588AE341-C236-8B39-67D5-92697021A496}"/>
          </ac:spMkLst>
        </pc:spChg>
        <pc:spChg chg="mod modVis">
          <ac:chgData name="Aanandnataraj Satheesh Manimala" userId="S::au779825@uni.au.dk::e077dfde-9b0f-4f89-8e10-76ef5642e6c6" providerId="AD" clId="Web-{15787BD5-622F-04C2-720B-7A0007B06C9C}" dt="2024-11-28T08:20:05.172" v="27"/>
          <ac:spMkLst>
            <pc:docMk/>
            <pc:sldMk cId="535055669" sldId="257"/>
            <ac:spMk id="16" creationId="{86141404-4D71-A6DE-966A-14F48CDC4A00}"/>
          </ac:spMkLst>
        </pc:spChg>
        <pc:spChg chg="mod modVis">
          <ac:chgData name="Aanandnataraj Satheesh Manimala" userId="S::au779825@uni.au.dk::e077dfde-9b0f-4f89-8e10-76ef5642e6c6" providerId="AD" clId="Web-{15787BD5-622F-04C2-720B-7A0007B06C9C}" dt="2024-11-28T08:20:05.282" v="29"/>
          <ac:spMkLst>
            <pc:docMk/>
            <pc:sldMk cId="535055669" sldId="257"/>
            <ac:spMk id="19" creationId="{9CAFD653-989E-FA6B-A524-D3DC04987AD6}"/>
          </ac:spMkLst>
        </pc:spChg>
        <pc:graphicFrameChg chg="mod modVis">
          <ac:chgData name="Aanandnataraj Satheesh Manimala" userId="S::au779825@uni.au.dk::e077dfde-9b0f-4f89-8e10-76ef5642e6c6" providerId="AD" clId="Web-{15787BD5-622F-04C2-720B-7A0007B06C9C}" dt="2024-11-28T08:20:04.891" v="21"/>
          <ac:graphicFrameMkLst>
            <pc:docMk/>
            <pc:sldMk cId="535055669" sldId="257"/>
            <ac:graphicFrameMk id="9" creationId="{A2E739CD-26CE-D4F1-C9DE-4FEF74B05B11}"/>
          </ac:graphicFrameMkLst>
        </pc:graphicFrameChg>
        <pc:graphicFrameChg chg="mod modVis">
          <ac:chgData name="Aanandnataraj Satheesh Manimala" userId="S::au779825@uni.au.dk::e077dfde-9b0f-4f89-8e10-76ef5642e6c6" providerId="AD" clId="Web-{15787BD5-622F-04C2-720B-7A0007B06C9C}" dt="2024-11-28T08:20:04.813" v="18"/>
          <ac:graphicFrameMkLst>
            <pc:docMk/>
            <pc:sldMk cId="535055669" sldId="257"/>
            <ac:graphicFrameMk id="11" creationId="{ADC48D47-A08D-EA57-7E0A-EC0DE9BC4C31}"/>
          </ac:graphicFrameMkLst>
        </pc:graphicFrameChg>
        <pc:graphicFrameChg chg="mod modVis">
          <ac:chgData name="Aanandnataraj Satheesh Manimala" userId="S::au779825@uni.au.dk::e077dfde-9b0f-4f89-8e10-76ef5642e6c6" providerId="AD" clId="Web-{15787BD5-622F-04C2-720B-7A0007B06C9C}" dt="2024-11-28T08:20:04.782" v="17"/>
          <ac:graphicFrameMkLst>
            <pc:docMk/>
            <pc:sldMk cId="535055669" sldId="257"/>
            <ac:graphicFrameMk id="18" creationId="{7D604FE2-2DC6-AB8B-41F3-98DBFB0FF7C7}"/>
          </ac:graphicFrameMkLst>
        </pc:graphicFrameChg>
        <pc:picChg chg="mod modVis">
          <ac:chgData name="Aanandnataraj Satheesh Manimala" userId="S::au779825@uni.au.dk::e077dfde-9b0f-4f89-8e10-76ef5642e6c6" providerId="AD" clId="Web-{15787BD5-622F-04C2-720B-7A0007B06C9C}" dt="2024-11-28T08:20:05.063" v="25"/>
          <ac:picMkLst>
            <pc:docMk/>
            <pc:sldMk cId="535055669" sldId="257"/>
            <ac:picMk id="6" creationId="{5389B2BF-CB61-5A24-EF70-411E0F83B1AB}"/>
          </ac:picMkLst>
        </pc:picChg>
        <pc:picChg chg="mod modVis">
          <ac:chgData name="Aanandnataraj Satheesh Manimala" userId="S::au779825@uni.au.dk::e077dfde-9b0f-4f89-8e10-76ef5642e6c6" providerId="AD" clId="Web-{15787BD5-622F-04C2-720B-7A0007B06C9C}" dt="2024-11-28T08:20:04.844" v="19"/>
          <ac:picMkLst>
            <pc:docMk/>
            <pc:sldMk cId="535055669" sldId="257"/>
            <ac:picMk id="7" creationId="{DB57B396-D535-3259-3A43-D581AD345F98}"/>
          </ac:picMkLst>
        </pc:picChg>
        <pc:picChg chg="mod modVis">
          <ac:chgData name="Aanandnataraj Satheesh Manimala" userId="S::au779825@uni.au.dk::e077dfde-9b0f-4f89-8e10-76ef5642e6c6" providerId="AD" clId="Web-{15787BD5-622F-04C2-720B-7A0007B06C9C}" dt="2024-11-28T08:20:05.110" v="26"/>
          <ac:picMkLst>
            <pc:docMk/>
            <pc:sldMk cId="535055669" sldId="257"/>
            <ac:picMk id="15" creationId="{1564E8E7-8783-6C7E-63A3-F9FE9BFD1C6D}"/>
          </ac:picMkLst>
        </pc:picChg>
      </pc:sldChg>
      <pc:sldChg chg="modSp">
        <pc:chgData name="Aanandnataraj Satheesh Manimala" userId="S::au779825@uni.au.dk::e077dfde-9b0f-4f89-8e10-76ef5642e6c6" providerId="AD" clId="Web-{15787BD5-622F-04C2-720B-7A0007B06C9C}" dt="2024-11-28T08:49:49.501" v="37" actId="20577"/>
        <pc:sldMkLst>
          <pc:docMk/>
          <pc:sldMk cId="2533280759" sldId="262"/>
        </pc:sldMkLst>
        <pc:spChg chg="mod">
          <ac:chgData name="Aanandnataraj Satheesh Manimala" userId="S::au779825@uni.au.dk::e077dfde-9b0f-4f89-8e10-76ef5642e6c6" providerId="AD" clId="Web-{15787BD5-622F-04C2-720B-7A0007B06C9C}" dt="2024-11-28T08:49:49.501" v="37" actId="20577"/>
          <ac:spMkLst>
            <pc:docMk/>
            <pc:sldMk cId="2533280759" sldId="262"/>
            <ac:spMk id="3" creationId="{86E726DC-1FB6-C34C-1946-95A045D48E38}"/>
          </ac:spMkLst>
        </pc:spChg>
        <pc:graphicFrameChg chg="mod modGraphic">
          <ac:chgData name="Aanandnataraj Satheesh Manimala" userId="S::au779825@uni.au.dk::e077dfde-9b0f-4f89-8e10-76ef5642e6c6" providerId="AD" clId="Web-{15787BD5-622F-04C2-720B-7A0007B06C9C}" dt="2024-11-28T08:47:37.278" v="35"/>
          <ac:graphicFrameMkLst>
            <pc:docMk/>
            <pc:sldMk cId="2533280759" sldId="262"/>
            <ac:graphicFrameMk id="7" creationId="{773CCCF0-34B4-DA8C-C55E-A2CA4CEAF2A6}"/>
          </ac:graphicFrameMkLst>
        </pc:graphicFrameChg>
      </pc:sldChg>
    </pc:docChg>
  </pc:docChgLst>
  <pc:docChgLst>
    <pc:chgData name="Aanandnataraj Satheesh Manimala" userId="S::au779825@uni.au.dk::e077dfde-9b0f-4f89-8e10-76ef5642e6c6" providerId="AD" clId="Web-{12F1990D-A59A-DBF1-A4F2-6F5EEFF23702}"/>
    <pc:docChg chg="modSld">
      <pc:chgData name="Aanandnataraj Satheesh Manimala" userId="S::au779825@uni.au.dk::e077dfde-9b0f-4f89-8e10-76ef5642e6c6" providerId="AD" clId="Web-{12F1990D-A59A-DBF1-A4F2-6F5EEFF23702}" dt="2024-11-27T20:12:33.712" v="453"/>
      <pc:docMkLst>
        <pc:docMk/>
      </pc:docMkLst>
      <pc:sldChg chg="addSp delSp modSp addAnim delAnim modAnim">
        <pc:chgData name="Aanandnataraj Satheesh Manimala" userId="S::au779825@uni.au.dk::e077dfde-9b0f-4f89-8e10-76ef5642e6c6" providerId="AD" clId="Web-{12F1990D-A59A-DBF1-A4F2-6F5EEFF23702}" dt="2024-11-27T20:12:33.712" v="453"/>
        <pc:sldMkLst>
          <pc:docMk/>
          <pc:sldMk cId="535055669" sldId="257"/>
        </pc:sldMkLst>
        <pc:spChg chg="add mod modVis">
          <ac:chgData name="Aanandnataraj Satheesh Manimala" userId="S::au779825@uni.au.dk::e077dfde-9b0f-4f89-8e10-76ef5642e6c6" providerId="AD" clId="Web-{12F1990D-A59A-DBF1-A4F2-6F5EEFF23702}" dt="2024-11-27T20:07:17.702" v="341"/>
          <ac:spMkLst>
            <pc:docMk/>
            <pc:sldMk cId="535055669" sldId="257"/>
            <ac:spMk id="3" creationId="{FC318401-FA6C-7970-EAA2-DCE10B19CA70}"/>
          </ac:spMkLst>
        </pc:spChg>
        <pc:spChg chg="add mod modVis">
          <ac:chgData name="Aanandnataraj Satheesh Manimala" userId="S::au779825@uni.au.dk::e077dfde-9b0f-4f89-8e10-76ef5642e6c6" providerId="AD" clId="Web-{12F1990D-A59A-DBF1-A4F2-6F5EEFF23702}" dt="2024-11-27T20:07:17.327" v="340"/>
          <ac:spMkLst>
            <pc:docMk/>
            <pc:sldMk cId="535055669" sldId="257"/>
            <ac:spMk id="5" creationId="{9962FBCA-6D7D-6EA7-B08D-ABF3ED957703}"/>
          </ac:spMkLst>
        </pc:spChg>
        <pc:spChg chg="mod modVis">
          <ac:chgData name="Aanandnataraj Satheesh Manimala" userId="S::au779825@uni.au.dk::e077dfde-9b0f-4f89-8e10-76ef5642e6c6" providerId="AD" clId="Web-{12F1990D-A59A-DBF1-A4F2-6F5EEFF23702}" dt="2024-11-27T20:07:19.077" v="343"/>
          <ac:spMkLst>
            <pc:docMk/>
            <pc:sldMk cId="535055669" sldId="257"/>
            <ac:spMk id="10" creationId="{6F693A12-48A9-7AC3-1E41-1322674B4897}"/>
          </ac:spMkLst>
        </pc:spChg>
        <pc:spChg chg="add del mod">
          <ac:chgData name="Aanandnataraj Satheesh Manimala" userId="S::au779825@uni.au.dk::e077dfde-9b0f-4f89-8e10-76ef5642e6c6" providerId="AD" clId="Web-{12F1990D-A59A-DBF1-A4F2-6F5EEFF23702}" dt="2024-11-27T19:59:30.140" v="250"/>
          <ac:spMkLst>
            <pc:docMk/>
            <pc:sldMk cId="535055669" sldId="257"/>
            <ac:spMk id="42" creationId="{E4F7182C-5B6C-163D-27B6-83C4B6E421F7}"/>
          </ac:spMkLst>
        </pc:spChg>
        <pc:spChg chg="add del mod">
          <ac:chgData name="Aanandnataraj Satheesh Manimala" userId="S::au779825@uni.au.dk::e077dfde-9b0f-4f89-8e10-76ef5642e6c6" providerId="AD" clId="Web-{12F1990D-A59A-DBF1-A4F2-6F5EEFF23702}" dt="2024-11-27T17:25:09.932" v="78"/>
          <ac:spMkLst>
            <pc:docMk/>
            <pc:sldMk cId="535055669" sldId="257"/>
            <ac:spMk id="43" creationId="{C25EB8EF-3CD8-ECBD-D35F-2ADE3A100D7A}"/>
          </ac:spMkLst>
        </pc:spChg>
        <pc:graphicFrameChg chg="add del mod modGraphic">
          <ac:chgData name="Aanandnataraj Satheesh Manimala" userId="S::au779825@uni.au.dk::e077dfde-9b0f-4f89-8e10-76ef5642e6c6" providerId="AD" clId="Web-{12F1990D-A59A-DBF1-A4F2-6F5EEFF23702}" dt="2024-11-27T17:18:27.858" v="17"/>
          <ac:graphicFrameMkLst>
            <pc:docMk/>
            <pc:sldMk cId="535055669" sldId="257"/>
            <ac:graphicFrameMk id="3" creationId="{77D29239-58C7-C2C3-5DA4-8F3A85C65242}"/>
          </ac:graphicFrameMkLst>
        </pc:graphicFrameChg>
        <pc:graphicFrameChg chg="mod modGraphic">
          <ac:chgData name="Aanandnataraj Satheesh Manimala" userId="S::au779825@uni.au.dk::e077dfde-9b0f-4f89-8e10-76ef5642e6c6" providerId="AD" clId="Web-{12F1990D-A59A-DBF1-A4F2-6F5EEFF23702}" dt="2024-11-27T20:12:33.712" v="453"/>
          <ac:graphicFrameMkLst>
            <pc:docMk/>
            <pc:sldMk cId="535055669" sldId="257"/>
            <ac:graphicFrameMk id="9" creationId="{A2E739CD-26CE-D4F1-C9DE-4FEF74B05B11}"/>
          </ac:graphicFrameMkLst>
        </pc:graphicFrameChg>
        <pc:picChg chg="add del mod">
          <ac:chgData name="Aanandnataraj Satheesh Manimala" userId="S::au779825@uni.au.dk::e077dfde-9b0f-4f89-8e10-76ef5642e6c6" providerId="AD" clId="Web-{12F1990D-A59A-DBF1-A4F2-6F5EEFF23702}" dt="2024-11-27T19:59:28.624" v="249"/>
          <ac:picMkLst>
            <pc:docMk/>
            <pc:sldMk cId="535055669" sldId="257"/>
            <ac:picMk id="2" creationId="{3C264DBB-5FCD-0394-6DF5-FA6F0B71232E}"/>
          </ac:picMkLst>
        </pc:picChg>
        <pc:picChg chg="add mod modVis">
          <ac:chgData name="Aanandnataraj Satheesh Manimala" userId="S::au779825@uni.au.dk::e077dfde-9b0f-4f89-8e10-76ef5642e6c6" providerId="AD" clId="Web-{12F1990D-A59A-DBF1-A4F2-6F5EEFF23702}" dt="2024-11-27T20:07:16.920" v="339"/>
          <ac:picMkLst>
            <pc:docMk/>
            <pc:sldMk cId="535055669" sldId="257"/>
            <ac:picMk id="6" creationId="{5389B2BF-CB61-5A24-EF70-411E0F83B1AB}"/>
          </ac:picMkLst>
        </pc:picChg>
        <pc:picChg chg="add del mod">
          <ac:chgData name="Aanandnataraj Satheesh Manimala" userId="S::au779825@uni.au.dk::e077dfde-9b0f-4f89-8e10-76ef5642e6c6" providerId="AD" clId="Web-{12F1990D-A59A-DBF1-A4F2-6F5EEFF23702}" dt="2024-11-27T17:18:23.451" v="15"/>
          <ac:picMkLst>
            <pc:docMk/>
            <pc:sldMk cId="535055669" sldId="257"/>
            <ac:picMk id="21" creationId="{3F3819BF-22AE-5825-857D-B52E0A7D86A6}"/>
          </ac:picMkLst>
        </pc:picChg>
      </pc:sldChg>
    </pc:docChg>
  </pc:docChgLst>
  <pc:docChgLst>
    <pc:chgData name="Aanandnataraj Satheesh Manimala" userId="S::au779825@uni.au.dk::e077dfde-9b0f-4f89-8e10-76ef5642e6c6" providerId="AD" clId="Web-{10DF54E6-CD8C-07A0-8439-5E37F7CEC854}"/>
    <pc:docChg chg="modSld">
      <pc:chgData name="Aanandnataraj Satheesh Manimala" userId="S::au779825@uni.au.dk::e077dfde-9b0f-4f89-8e10-76ef5642e6c6" providerId="AD" clId="Web-{10DF54E6-CD8C-07A0-8439-5E37F7CEC854}" dt="2024-11-27T22:37:01.296" v="661"/>
      <pc:docMkLst>
        <pc:docMk/>
      </pc:docMkLst>
      <pc:sldChg chg="modSp">
        <pc:chgData name="Aanandnataraj Satheesh Manimala" userId="S::au779825@uni.au.dk::e077dfde-9b0f-4f89-8e10-76ef5642e6c6" providerId="AD" clId="Web-{10DF54E6-CD8C-07A0-8439-5E37F7CEC854}" dt="2024-11-27T21:43:16.719" v="116" actId="20577"/>
        <pc:sldMkLst>
          <pc:docMk/>
          <pc:sldMk cId="109857222" sldId="256"/>
        </pc:sldMkLst>
        <pc:spChg chg="mod">
          <ac:chgData name="Aanandnataraj Satheesh Manimala" userId="S::au779825@uni.au.dk::e077dfde-9b0f-4f89-8e10-76ef5642e6c6" providerId="AD" clId="Web-{10DF54E6-CD8C-07A0-8439-5E37F7CEC854}" dt="2024-11-27T21:43:16.719" v="11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modSp addAnim delAnim modAnim modNotes">
        <pc:chgData name="Aanandnataraj Satheesh Manimala" userId="S::au779825@uni.au.dk::e077dfde-9b0f-4f89-8e10-76ef5642e6c6" providerId="AD" clId="Web-{10DF54E6-CD8C-07A0-8439-5E37F7CEC854}" dt="2024-11-27T22:37:01.296" v="661"/>
        <pc:sldMkLst>
          <pc:docMk/>
          <pc:sldMk cId="535055669" sldId="257"/>
        </pc:sldMkLst>
        <pc:spChg chg="mod modVis">
          <ac:chgData name="Aanandnataraj Satheesh Manimala" userId="S::au779825@uni.au.dk::e077dfde-9b0f-4f89-8e10-76ef5642e6c6" providerId="AD" clId="Web-{10DF54E6-CD8C-07A0-8439-5E37F7CEC854}" dt="2024-11-27T22:37:01.186" v="658"/>
          <ac:spMkLst>
            <pc:docMk/>
            <pc:sldMk cId="535055669" sldId="257"/>
            <ac:spMk id="2" creationId="{FE0601AA-338A-FC03-122E-D08C7C8701AC}"/>
          </ac:spMkLst>
        </pc:spChg>
        <pc:spChg chg="mod modVis">
          <ac:chgData name="Aanandnataraj Satheesh Manimala" userId="S::au779825@uni.au.dk::e077dfde-9b0f-4f89-8e10-76ef5642e6c6" providerId="AD" clId="Web-{10DF54E6-CD8C-07A0-8439-5E37F7CEC854}" dt="2024-11-27T22:36:58.968" v="648" actId="1076"/>
          <ac:spMkLst>
            <pc:docMk/>
            <pc:sldMk cId="535055669" sldId="257"/>
            <ac:spMk id="3" creationId="{FC318401-FA6C-7970-EAA2-DCE10B19CA70}"/>
          </ac:spMkLst>
        </pc:spChg>
        <pc:spChg chg="mod modVis">
          <ac:chgData name="Aanandnataraj Satheesh Manimala" userId="S::au779825@uni.au.dk::e077dfde-9b0f-4f89-8e10-76ef5642e6c6" providerId="AD" clId="Web-{10DF54E6-CD8C-07A0-8439-5E37F7CEC854}" dt="2024-11-27T22:37:01.046" v="650"/>
          <ac:spMkLst>
            <pc:docMk/>
            <pc:sldMk cId="535055669" sldId="257"/>
            <ac:spMk id="4" creationId="{8CB294AB-AEE3-B5DE-BB8A-934F8B1B4FF7}"/>
          </ac:spMkLst>
        </pc:spChg>
        <pc:spChg chg="mod modVis">
          <ac:chgData name="Aanandnataraj Satheesh Manimala" userId="S::au779825@uni.au.dk::e077dfde-9b0f-4f89-8e10-76ef5642e6c6" providerId="AD" clId="Web-{10DF54E6-CD8C-07A0-8439-5E37F7CEC854}" dt="2024-11-27T22:37:01.077" v="653"/>
          <ac:spMkLst>
            <pc:docMk/>
            <pc:sldMk cId="535055669" sldId="257"/>
            <ac:spMk id="5" creationId="{9962FBCA-6D7D-6EA7-B08D-ABF3ED957703}"/>
          </ac:spMkLst>
        </pc:spChg>
        <pc:spChg chg="mod modVis">
          <ac:chgData name="Aanandnataraj Satheesh Manimala" userId="S::au779825@uni.au.dk::e077dfde-9b0f-4f89-8e10-76ef5642e6c6" providerId="AD" clId="Web-{10DF54E6-CD8C-07A0-8439-5E37F7CEC854}" dt="2024-11-27T22:37:01.077" v="652"/>
          <ac:spMkLst>
            <pc:docMk/>
            <pc:sldMk cId="535055669" sldId="257"/>
            <ac:spMk id="10" creationId="{6F693A12-48A9-7AC3-1E41-1322674B4897}"/>
          </ac:spMkLst>
        </pc:spChg>
        <pc:spChg chg="add mod modVis">
          <ac:chgData name="Aanandnataraj Satheesh Manimala" userId="S::au779825@uni.au.dk::e077dfde-9b0f-4f89-8e10-76ef5642e6c6" providerId="AD" clId="Web-{10DF54E6-CD8C-07A0-8439-5E37F7CEC854}" dt="2024-11-27T22:37:01.296" v="661"/>
          <ac:spMkLst>
            <pc:docMk/>
            <pc:sldMk cId="535055669" sldId="257"/>
            <ac:spMk id="12" creationId="{588AE341-C236-8B39-67D5-92697021A496}"/>
          </ac:spMkLst>
        </pc:spChg>
        <pc:spChg chg="mod modVis">
          <ac:chgData name="Aanandnataraj Satheesh Manimala" userId="S::au779825@uni.au.dk::e077dfde-9b0f-4f89-8e10-76ef5642e6c6" providerId="AD" clId="Web-{10DF54E6-CD8C-07A0-8439-5E37F7CEC854}" dt="2024-11-27T22:37:01.140" v="656"/>
          <ac:spMkLst>
            <pc:docMk/>
            <pc:sldMk cId="535055669" sldId="257"/>
            <ac:spMk id="16" creationId="{86141404-4D71-A6DE-966A-14F48CDC4A00}"/>
          </ac:spMkLst>
        </pc:spChg>
        <pc:spChg chg="mod modVis">
          <ac:chgData name="Aanandnataraj Satheesh Manimala" userId="S::au779825@uni.au.dk::e077dfde-9b0f-4f89-8e10-76ef5642e6c6" providerId="AD" clId="Web-{10DF54E6-CD8C-07A0-8439-5E37F7CEC854}" dt="2024-11-27T22:37:01.218" v="659"/>
          <ac:spMkLst>
            <pc:docMk/>
            <pc:sldMk cId="535055669" sldId="257"/>
            <ac:spMk id="19" creationId="{9CAFD653-989E-FA6B-A524-D3DC04987AD6}"/>
          </ac:spMkLst>
        </pc:spChg>
        <pc:graphicFrameChg chg="mod modVis modGraphic">
          <ac:chgData name="Aanandnataraj Satheesh Manimala" userId="S::au779825@uni.au.dk::e077dfde-9b0f-4f89-8e10-76ef5642e6c6" providerId="AD" clId="Web-{10DF54E6-CD8C-07A0-8439-5E37F7CEC854}" dt="2024-11-27T22:37:01.061" v="651"/>
          <ac:graphicFrameMkLst>
            <pc:docMk/>
            <pc:sldMk cId="535055669" sldId="257"/>
            <ac:graphicFrameMk id="9" creationId="{A2E739CD-26CE-D4F1-C9DE-4FEF74B05B11}"/>
          </ac:graphicFrameMkLst>
        </pc:graphicFrameChg>
        <pc:graphicFrameChg chg="add mod modVis modGraphic">
          <ac:chgData name="Aanandnataraj Satheesh Manimala" userId="S::au779825@uni.au.dk::e077dfde-9b0f-4f89-8e10-76ef5642e6c6" providerId="AD" clId="Web-{10DF54E6-CD8C-07A0-8439-5E37F7CEC854}" dt="2024-11-27T22:37:01.249" v="660"/>
          <ac:graphicFrameMkLst>
            <pc:docMk/>
            <pc:sldMk cId="535055669" sldId="257"/>
            <ac:graphicFrameMk id="11" creationId="{ADC48D47-A08D-EA57-7E0A-EC0DE9BC4C31}"/>
          </ac:graphicFrameMkLst>
        </pc:graphicFrameChg>
        <pc:graphicFrameChg chg="mod modVis modGraphic">
          <ac:chgData name="Aanandnataraj Satheesh Manimala" userId="S::au779825@uni.au.dk::e077dfde-9b0f-4f89-8e10-76ef5642e6c6" providerId="AD" clId="Web-{10DF54E6-CD8C-07A0-8439-5E37F7CEC854}" dt="2024-11-27T22:37:01.171" v="657"/>
          <ac:graphicFrameMkLst>
            <pc:docMk/>
            <pc:sldMk cId="535055669" sldId="257"/>
            <ac:graphicFrameMk id="18" creationId="{7D604FE2-2DC6-AB8B-41F3-98DBFB0FF7C7}"/>
          </ac:graphicFrameMkLst>
        </pc:graphicFrameChg>
        <pc:picChg chg="mod modVis">
          <ac:chgData name="Aanandnataraj Satheesh Manimala" userId="S::au779825@uni.au.dk::e077dfde-9b0f-4f89-8e10-76ef5642e6c6" providerId="AD" clId="Web-{10DF54E6-CD8C-07A0-8439-5E37F7CEC854}" dt="2024-11-27T22:37:01.093" v="654"/>
          <ac:picMkLst>
            <pc:docMk/>
            <pc:sldMk cId="535055669" sldId="257"/>
            <ac:picMk id="6" creationId="{5389B2BF-CB61-5A24-EF70-411E0F83B1AB}"/>
          </ac:picMkLst>
        </pc:picChg>
        <pc:picChg chg="mod modVis">
          <ac:chgData name="Aanandnataraj Satheesh Manimala" userId="S::au779825@uni.au.dk::e077dfde-9b0f-4f89-8e10-76ef5642e6c6" providerId="AD" clId="Web-{10DF54E6-CD8C-07A0-8439-5E37F7CEC854}" dt="2024-11-27T22:37:01.046" v="649"/>
          <ac:picMkLst>
            <pc:docMk/>
            <pc:sldMk cId="535055669" sldId="257"/>
            <ac:picMk id="7" creationId="{DB57B396-D535-3259-3A43-D581AD345F98}"/>
          </ac:picMkLst>
        </pc:picChg>
        <pc:picChg chg="mod modVis">
          <ac:chgData name="Aanandnataraj Satheesh Manimala" userId="S::au779825@uni.au.dk::e077dfde-9b0f-4f89-8e10-76ef5642e6c6" providerId="AD" clId="Web-{10DF54E6-CD8C-07A0-8439-5E37F7CEC854}" dt="2024-11-27T22:37:01.108" v="655"/>
          <ac:picMkLst>
            <pc:docMk/>
            <pc:sldMk cId="535055669" sldId="257"/>
            <ac:picMk id="15" creationId="{1564E8E7-8783-6C7E-63A3-F9FE9BFD1C6D}"/>
          </ac:picMkLst>
        </pc:picChg>
      </pc:sldChg>
      <pc:sldChg chg="modSp">
        <pc:chgData name="Aanandnataraj Satheesh Manimala" userId="S::au779825@uni.au.dk::e077dfde-9b0f-4f89-8e10-76ef5642e6c6" providerId="AD" clId="Web-{10DF54E6-CD8C-07A0-8439-5E37F7CEC854}" dt="2024-11-27T21:42:51.578" v="109" actId="20577"/>
        <pc:sldMkLst>
          <pc:docMk/>
          <pc:sldMk cId="44534336" sldId="259"/>
        </pc:sldMkLst>
        <pc:graphicFrameChg chg="modGraphic">
          <ac:chgData name="Aanandnataraj Satheesh Manimala" userId="S::au779825@uni.au.dk::e077dfde-9b0f-4f89-8e10-76ef5642e6c6" providerId="AD" clId="Web-{10DF54E6-CD8C-07A0-8439-5E37F7CEC854}" dt="2024-11-27T21:42:51.578" v="109" actId="20577"/>
          <ac:graphicFrameMkLst>
            <pc:docMk/>
            <pc:sldMk cId="44534336" sldId="259"/>
            <ac:graphicFrameMk id="9" creationId="{5EE7138B-D625-7FE3-6C52-746D69929D9E}"/>
          </ac:graphicFrameMkLst>
        </pc:graphicFrameChg>
      </pc:sldChg>
    </pc:docChg>
  </pc:docChgLst>
  <pc:docChgLst>
    <pc:chgData name="Áron Zsombor Sebö" userId="S::au778459@uni.au.dk::95d0d1a0-656f-44fa-873e-e778178d2fb9" providerId="AD" clId="Web-{FE8FB40C-3840-A9D8-5226-816146935B19}"/>
    <pc:docChg chg="modSld">
      <pc:chgData name="Áron Zsombor Sebö" userId="S::au778459@uni.au.dk::95d0d1a0-656f-44fa-873e-e778178d2fb9" providerId="AD" clId="Web-{FE8FB40C-3840-A9D8-5226-816146935B19}" dt="2024-11-27T23:56:06.373" v="353"/>
      <pc:docMkLst>
        <pc:docMk/>
      </pc:docMkLst>
      <pc:sldChg chg="modSp">
        <pc:chgData name="Áron Zsombor Sebö" userId="S::au778459@uni.au.dk::95d0d1a0-656f-44fa-873e-e778178d2fb9" providerId="AD" clId="Web-{FE8FB40C-3840-A9D8-5226-816146935B19}" dt="2024-11-27T23:40:29.773" v="186"/>
        <pc:sldMkLst>
          <pc:docMk/>
          <pc:sldMk cId="535055669" sldId="257"/>
        </pc:sldMkLst>
        <pc:spChg chg="ord">
          <ac:chgData name="Áron Zsombor Sebö" userId="S::au778459@uni.au.dk::95d0d1a0-656f-44fa-873e-e778178d2fb9" providerId="AD" clId="Web-{FE8FB40C-3840-A9D8-5226-816146935B19}" dt="2024-11-27T23:36:57.409" v="138"/>
          <ac:spMkLst>
            <pc:docMk/>
            <pc:sldMk cId="535055669" sldId="257"/>
            <ac:spMk id="12" creationId="{588AE341-C236-8B39-67D5-92697021A496}"/>
          </ac:spMkLst>
        </pc:spChg>
        <pc:graphicFrameChg chg="mod modGraphic">
          <ac:chgData name="Áron Zsombor Sebö" userId="S::au778459@uni.au.dk::95d0d1a0-656f-44fa-873e-e778178d2fb9" providerId="AD" clId="Web-{FE8FB40C-3840-A9D8-5226-816146935B19}" dt="2024-11-27T23:37:01.909" v="142"/>
          <ac:graphicFrameMkLst>
            <pc:docMk/>
            <pc:sldMk cId="535055669" sldId="257"/>
            <ac:graphicFrameMk id="9" creationId="{A2E739CD-26CE-D4F1-C9DE-4FEF74B05B11}"/>
          </ac:graphicFrameMkLst>
        </pc:graphicFrameChg>
        <pc:graphicFrameChg chg="ord">
          <ac:chgData name="Áron Zsombor Sebö" userId="S::au778459@uni.au.dk::95d0d1a0-656f-44fa-873e-e778178d2fb9" providerId="AD" clId="Web-{FE8FB40C-3840-A9D8-5226-816146935B19}" dt="2024-11-27T23:35:08.220" v="136"/>
          <ac:graphicFrameMkLst>
            <pc:docMk/>
            <pc:sldMk cId="535055669" sldId="257"/>
            <ac:graphicFrameMk id="11" creationId="{ADC48D47-A08D-EA57-7E0A-EC0DE9BC4C31}"/>
          </ac:graphicFrameMkLst>
        </pc:graphicFrameChg>
        <pc:graphicFrameChg chg="mod ord modGraphic">
          <ac:chgData name="Áron Zsombor Sebö" userId="S::au778459@uni.au.dk::95d0d1a0-656f-44fa-873e-e778178d2fb9" providerId="AD" clId="Web-{FE8FB40C-3840-A9D8-5226-816146935B19}" dt="2024-11-27T23:40:29.773" v="186"/>
          <ac:graphicFrameMkLst>
            <pc:docMk/>
            <pc:sldMk cId="535055669" sldId="257"/>
            <ac:graphicFrameMk id="18" creationId="{7D604FE2-2DC6-AB8B-41F3-98DBFB0FF7C7}"/>
          </ac:graphicFrameMkLst>
        </pc:graphicFrameChg>
      </pc:sldChg>
      <pc:sldChg chg="addSp delSp modSp addAnim modAnim">
        <pc:chgData name="Áron Zsombor Sebö" userId="S::au778459@uni.au.dk::95d0d1a0-656f-44fa-873e-e778178d2fb9" providerId="AD" clId="Web-{FE8FB40C-3840-A9D8-5226-816146935B19}" dt="2024-11-27T23:56:06.373" v="353"/>
        <pc:sldMkLst>
          <pc:docMk/>
          <pc:sldMk cId="4122574347" sldId="260"/>
        </pc:sldMkLst>
        <pc:spChg chg="mod">
          <ac:chgData name="Áron Zsombor Sebö" userId="S::au778459@uni.au.dk::95d0d1a0-656f-44fa-873e-e778178d2fb9" providerId="AD" clId="Web-{FE8FB40C-3840-A9D8-5226-816146935B19}" dt="2024-11-27T23:53:48.230" v="315" actId="20577"/>
          <ac:spMkLst>
            <pc:docMk/>
            <pc:sldMk cId="4122574347" sldId="260"/>
            <ac:spMk id="2" creationId="{44C3451D-DC8D-1F3D-FA5C-43D633EACC9C}"/>
          </ac:spMkLst>
        </pc:spChg>
        <pc:graphicFrameChg chg="add del mod">
          <ac:chgData name="Áron Zsombor Sebö" userId="S::au778459@uni.au.dk::95d0d1a0-656f-44fa-873e-e778178d2fb9" providerId="AD" clId="Web-{FE8FB40C-3840-A9D8-5226-816146935B19}" dt="2024-11-27T23:20:57.968" v="5"/>
          <ac:graphicFrameMkLst>
            <pc:docMk/>
            <pc:sldMk cId="4122574347" sldId="260"/>
            <ac:graphicFrameMk id="4" creationId="{0F0B5D70-A46E-D8C8-D5B8-0E33C6EE2F7E}"/>
          </ac:graphicFrameMkLst>
        </pc:graphicFrameChg>
        <pc:graphicFrameChg chg="mod modGraphic">
          <ac:chgData name="Áron Zsombor Sebö" userId="S::au778459@uni.au.dk::95d0d1a0-656f-44fa-873e-e778178d2fb9" providerId="AD" clId="Web-{FE8FB40C-3840-A9D8-5226-816146935B19}" dt="2024-11-27T23:54:37.324" v="338" actId="1076"/>
          <ac:graphicFrameMkLst>
            <pc:docMk/>
            <pc:sldMk cId="4122574347" sldId="260"/>
            <ac:graphicFrameMk id="7" creationId="{773CCCF0-34B4-DA8C-C55E-A2CA4CEAF2A6}"/>
          </ac:graphicFrameMkLst>
        </pc:graphicFrameChg>
        <pc:graphicFrameChg chg="add del mod">
          <ac:chgData name="Áron Zsombor Sebö" userId="S::au778459@uni.au.dk::95d0d1a0-656f-44fa-873e-e778178d2fb9" providerId="AD" clId="Web-{FE8FB40C-3840-A9D8-5226-816146935B19}" dt="2024-11-27T23:20:57.062" v="4"/>
          <ac:graphicFrameMkLst>
            <pc:docMk/>
            <pc:sldMk cId="4122574347" sldId="260"/>
            <ac:graphicFrameMk id="10" creationId="{2E7DFABE-FAF2-FD45-305D-86468F05B062}"/>
          </ac:graphicFrameMkLst>
        </pc:graphicFrameChg>
        <pc:graphicFrameChg chg="add del mod">
          <ac:chgData name="Áron Zsombor Sebö" userId="S::au778459@uni.au.dk::95d0d1a0-656f-44fa-873e-e778178d2fb9" providerId="AD" clId="Web-{FE8FB40C-3840-A9D8-5226-816146935B19}" dt="2024-11-27T23:21:11.531" v="10"/>
          <ac:graphicFrameMkLst>
            <pc:docMk/>
            <pc:sldMk cId="4122574347" sldId="260"/>
            <ac:graphicFrameMk id="12" creationId="{B3979DBD-F3A2-CEDF-2623-29F652FCB02E}"/>
          </ac:graphicFrameMkLst>
        </pc:graphicFrameChg>
        <pc:graphicFrameChg chg="add del mod">
          <ac:chgData name="Áron Zsombor Sebö" userId="S::au778459@uni.au.dk::95d0d1a0-656f-44fa-873e-e778178d2fb9" providerId="AD" clId="Web-{FE8FB40C-3840-A9D8-5226-816146935B19}" dt="2024-11-27T23:21:19.125" v="12"/>
          <ac:graphicFrameMkLst>
            <pc:docMk/>
            <pc:sldMk cId="4122574347" sldId="260"/>
            <ac:graphicFrameMk id="14" creationId="{03C0CD52-F18F-1378-3A41-18B4F270EA2C}"/>
          </ac:graphicFrameMkLst>
        </pc:graphicFrameChg>
        <pc:picChg chg="mod modCrop">
          <ac:chgData name="Áron Zsombor Sebö" userId="S::au778459@uni.au.dk::95d0d1a0-656f-44fa-873e-e778178d2fb9" providerId="AD" clId="Web-{FE8FB40C-3840-A9D8-5226-816146935B19}" dt="2024-11-27T23:55:39.888" v="349"/>
          <ac:picMkLst>
            <pc:docMk/>
            <pc:sldMk cId="4122574347" sldId="260"/>
            <ac:picMk id="5" creationId="{B03C03A6-6978-7227-ABE2-3D044E6E3D33}"/>
          </ac:picMkLst>
        </pc:picChg>
        <pc:picChg chg="add mod">
          <ac:chgData name="Áron Zsombor Sebö" userId="S::au778459@uni.au.dk::95d0d1a0-656f-44fa-873e-e778178d2fb9" providerId="AD" clId="Web-{FE8FB40C-3840-A9D8-5226-816146935B19}" dt="2024-11-27T23:55:02.403" v="347" actId="1076"/>
          <ac:picMkLst>
            <pc:docMk/>
            <pc:sldMk cId="4122574347" sldId="260"/>
            <ac:picMk id="15" creationId="{5B99DE3C-806C-1697-928F-BB5213B14362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924FC3-56D7-4E53-9B00-E256339E7B5C}" type="doc">
      <dgm:prSet loTypeId="urn:microsoft.com/office/officeart/2016/7/layout/LinearArrowProcessNumber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13B333-3581-4674-B2C7-EA28CF0AE184}">
      <dgm:prSet custT="1"/>
      <dgm:spPr/>
      <dgm:t>
        <a:bodyPr/>
        <a:lstStyle/>
        <a:p>
          <a:pPr algn="ctr"/>
          <a:r>
            <a:rPr lang="en-GB" sz="1700" noProof="0"/>
            <a:t>Collect missing data and finish calculations</a:t>
          </a:r>
        </a:p>
      </dgm:t>
    </dgm:pt>
    <dgm:pt modelId="{06374369-A1F3-4F06-806B-764A267BADA1}" type="parTrans" cxnId="{8B7C517E-CAC3-4C3C-917E-F351269530BB}">
      <dgm:prSet/>
      <dgm:spPr/>
      <dgm:t>
        <a:bodyPr/>
        <a:lstStyle/>
        <a:p>
          <a:endParaRPr lang="en-US"/>
        </a:p>
      </dgm:t>
    </dgm:pt>
    <dgm:pt modelId="{8D8DDDEB-31AC-4CF6-934B-FE66D9C82A56}" type="sibTrans" cxnId="{8B7C517E-CAC3-4C3C-917E-F351269530BB}">
      <dgm:prSet phldrT="1" phldr="0"/>
      <dgm:spPr>
        <a:solidFill>
          <a:srgbClr val="7D2372"/>
        </a:solidFill>
        <a:ln>
          <a:solidFill>
            <a:srgbClr val="7D2372"/>
          </a:solidFill>
        </a:ln>
      </dgm:spPr>
      <dgm:t>
        <a:bodyPr/>
        <a:lstStyle/>
        <a:p>
          <a:r>
            <a:rPr lang="en-US"/>
            <a:t>1</a:t>
          </a:r>
        </a:p>
      </dgm:t>
    </dgm:pt>
    <dgm:pt modelId="{42360EC2-EDBF-48EF-AE92-7BFF3BCD5E9B}">
      <dgm:prSet/>
      <dgm:spPr/>
      <dgm:t>
        <a:bodyPr/>
        <a:lstStyle/>
        <a:p>
          <a:pPr algn="ctr" rtl="0"/>
          <a:r>
            <a:rPr lang="en-GB" noProof="0"/>
            <a:t>Aluminium: compare both scenarios</a:t>
          </a:r>
          <a:r>
            <a:rPr lang="en-GB" noProof="0">
              <a:latin typeface="Aptos Display" panose="020F0302020204030204"/>
            </a:rPr>
            <a:t> </a:t>
          </a:r>
          <a:r>
            <a:rPr lang="en-GB" noProof="0"/>
            <a:t> </a:t>
          </a:r>
          <a:r>
            <a:rPr lang="en-GB" noProof="0">
              <a:latin typeface="Aptos Display" panose="020F0302020204030204"/>
            </a:rPr>
            <a:t>(</a:t>
          </a:r>
          <a:r>
            <a:rPr lang="en-GB" noProof="0"/>
            <a:t>virgin and</a:t>
          </a:r>
          <a:r>
            <a:rPr lang="en-GB" noProof="0">
              <a:latin typeface="Aptos Display" panose="020F0302020204030204"/>
            </a:rPr>
            <a:t> recycled Al</a:t>
          </a:r>
          <a:r>
            <a:rPr lang="en-GB" noProof="0"/>
            <a:t>)</a:t>
          </a:r>
        </a:p>
      </dgm:t>
    </dgm:pt>
    <dgm:pt modelId="{34402C44-CE72-4113-8D62-2018AA9D15F3}" type="parTrans" cxnId="{5A901E5F-346E-41DB-B800-994065150ED8}">
      <dgm:prSet/>
      <dgm:spPr/>
      <dgm:t>
        <a:bodyPr/>
        <a:lstStyle/>
        <a:p>
          <a:endParaRPr lang="en-US"/>
        </a:p>
      </dgm:t>
    </dgm:pt>
    <dgm:pt modelId="{A103CAFF-BF73-468F-87F2-D416C1137F8F}" type="sibTrans" cxnId="{5A901E5F-346E-41DB-B800-994065150ED8}">
      <dgm:prSet phldrT="2" phldr="0"/>
      <dgm:spPr>
        <a:solidFill>
          <a:srgbClr val="B94F8C"/>
        </a:solidFill>
        <a:ln>
          <a:solidFill>
            <a:srgbClr val="B94F8C"/>
          </a:solidFill>
        </a:ln>
      </dgm:spPr>
      <dgm:t>
        <a:bodyPr/>
        <a:lstStyle/>
        <a:p>
          <a:r>
            <a:rPr lang="en-US"/>
            <a:t>2</a:t>
          </a:r>
        </a:p>
      </dgm:t>
    </dgm:pt>
    <dgm:pt modelId="{4AD9BA7D-D620-4D1B-9C9B-1C68443B58A7}">
      <dgm:prSet/>
      <dgm:spPr/>
      <dgm:t>
        <a:bodyPr/>
        <a:lstStyle/>
        <a:p>
          <a:pPr algn="ctr"/>
          <a:r>
            <a:rPr lang="en-GB" noProof="0"/>
            <a:t>Carbon Fiber: Compare recycling methods</a:t>
          </a:r>
        </a:p>
      </dgm:t>
    </dgm:pt>
    <dgm:pt modelId="{6B1E1EBA-1F6E-47D9-850C-B72B9BED6EFA}" type="parTrans" cxnId="{3A067899-AEFE-4C95-B7F8-269E9D982EA1}">
      <dgm:prSet/>
      <dgm:spPr/>
      <dgm:t>
        <a:bodyPr/>
        <a:lstStyle/>
        <a:p>
          <a:endParaRPr lang="en-US"/>
        </a:p>
      </dgm:t>
    </dgm:pt>
    <dgm:pt modelId="{1DAFBF74-785B-45C9-A859-78D4FF17505B}" type="sibTrans" cxnId="{3A067899-AEFE-4C95-B7F8-269E9D982EA1}">
      <dgm:prSet phldrT="3" phldr="0"/>
      <dgm:spPr>
        <a:solidFill>
          <a:srgbClr val="DB6676"/>
        </a:solidFill>
        <a:ln>
          <a:solidFill>
            <a:srgbClr val="DB6676"/>
          </a:solidFill>
        </a:ln>
      </dgm:spPr>
      <dgm:t>
        <a:bodyPr/>
        <a:lstStyle/>
        <a:p>
          <a:r>
            <a:rPr lang="en-US"/>
            <a:t>3</a:t>
          </a:r>
        </a:p>
      </dgm:t>
    </dgm:pt>
    <dgm:pt modelId="{250A1DC1-3E1C-499D-823C-B23D20C8556A}">
      <dgm:prSet/>
      <dgm:spPr/>
      <dgm:t>
        <a:bodyPr/>
        <a:lstStyle/>
        <a:p>
          <a:pPr algn="ctr"/>
          <a:r>
            <a:rPr lang="en-GB" noProof="0"/>
            <a:t>Compare both materials</a:t>
          </a:r>
        </a:p>
      </dgm:t>
    </dgm:pt>
    <dgm:pt modelId="{71D84A86-686E-4474-B4AE-CF9A13272652}" type="parTrans" cxnId="{9C4DF4F4-0B00-4570-BDAC-8FEF1D1F9D28}">
      <dgm:prSet/>
      <dgm:spPr/>
      <dgm:t>
        <a:bodyPr/>
        <a:lstStyle/>
        <a:p>
          <a:endParaRPr lang="en-US"/>
        </a:p>
      </dgm:t>
    </dgm:pt>
    <dgm:pt modelId="{D6B90328-A793-47D6-9227-1943F89140F4}" type="sibTrans" cxnId="{9C4DF4F4-0B00-4570-BDAC-8FEF1D1F9D28}">
      <dgm:prSet phldrT="4" phldr="0"/>
      <dgm:spPr>
        <a:solidFill>
          <a:srgbClr val="E36C5B"/>
        </a:solidFill>
        <a:ln>
          <a:solidFill>
            <a:srgbClr val="E36C5B"/>
          </a:solidFill>
        </a:ln>
      </dgm:spPr>
      <dgm:t>
        <a:bodyPr/>
        <a:lstStyle/>
        <a:p>
          <a:r>
            <a:rPr lang="en-US"/>
            <a:t>4</a:t>
          </a:r>
        </a:p>
      </dgm:t>
    </dgm:pt>
    <dgm:pt modelId="{B8B12F16-EDE4-4BA4-82B3-FF4A49CCC44C}">
      <dgm:prSet/>
      <dgm:spPr/>
      <dgm:t>
        <a:bodyPr/>
        <a:lstStyle/>
        <a:p>
          <a:pPr algn="ctr"/>
          <a:r>
            <a:rPr lang="en-GB" noProof="0"/>
            <a:t>Final Discussion</a:t>
          </a:r>
        </a:p>
      </dgm:t>
    </dgm:pt>
    <dgm:pt modelId="{CD966115-06D7-40DB-9173-0E184729A629}" type="parTrans" cxnId="{D56AA8B8-5E46-4060-825A-082C07DD3E78}">
      <dgm:prSet/>
      <dgm:spPr/>
      <dgm:t>
        <a:bodyPr/>
        <a:lstStyle/>
        <a:p>
          <a:endParaRPr lang="en-US"/>
        </a:p>
      </dgm:t>
    </dgm:pt>
    <dgm:pt modelId="{196EFA5A-FD73-4309-9200-06D5C5A128E8}" type="sibTrans" cxnId="{D56AA8B8-5E46-4060-825A-082C07DD3E78}">
      <dgm:prSet phldrT="5" phldr="0"/>
      <dgm:spPr>
        <a:solidFill>
          <a:srgbClr val="E9713B"/>
        </a:solidFill>
        <a:ln>
          <a:solidFill>
            <a:srgbClr val="E9713B"/>
          </a:solidFill>
        </a:ln>
      </dgm:spPr>
      <dgm:t>
        <a:bodyPr/>
        <a:lstStyle/>
        <a:p>
          <a:r>
            <a:rPr lang="en-US"/>
            <a:t>5</a:t>
          </a:r>
        </a:p>
      </dgm:t>
    </dgm:pt>
    <dgm:pt modelId="{3DE1854C-C509-4B6F-9928-C23D6EEB66B3}" type="pres">
      <dgm:prSet presAssocID="{37924FC3-56D7-4E53-9B00-E256339E7B5C}" presName="linearFlow" presStyleCnt="0">
        <dgm:presLayoutVars>
          <dgm:dir/>
          <dgm:animLvl val="lvl"/>
          <dgm:resizeHandles val="exact"/>
        </dgm:presLayoutVars>
      </dgm:prSet>
      <dgm:spPr/>
    </dgm:pt>
    <dgm:pt modelId="{F457B301-CF3B-45FD-A81E-526B388EFECE}" type="pres">
      <dgm:prSet presAssocID="{7013B333-3581-4674-B2C7-EA28CF0AE184}" presName="compositeNode" presStyleCnt="0"/>
      <dgm:spPr/>
    </dgm:pt>
    <dgm:pt modelId="{EDCD4804-9029-4139-990C-55F48CE64F1A}" type="pres">
      <dgm:prSet presAssocID="{7013B333-3581-4674-B2C7-EA28CF0AE18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2BFCBE2-899D-4D8C-8CB3-7B745C945C44}" type="pres">
      <dgm:prSet presAssocID="{7013B333-3581-4674-B2C7-EA28CF0AE184}" presName="parSh" presStyleCnt="0"/>
      <dgm:spPr/>
    </dgm:pt>
    <dgm:pt modelId="{8822A922-0668-447E-A335-F740FE91502D}" type="pres">
      <dgm:prSet presAssocID="{7013B333-3581-4674-B2C7-EA28CF0AE184}" presName="lineNode" presStyleLbl="alignAccFollowNode1" presStyleIdx="0" presStyleCnt="15"/>
      <dgm:spPr/>
    </dgm:pt>
    <dgm:pt modelId="{9EA62E33-FA45-415F-A85F-FDD4AE80878B}" type="pres">
      <dgm:prSet presAssocID="{7013B333-3581-4674-B2C7-EA28CF0AE184}" presName="lineArrowNode" presStyleLbl="alignAccFollowNode1" presStyleIdx="1" presStyleCnt="15"/>
      <dgm:spPr/>
    </dgm:pt>
    <dgm:pt modelId="{651F84EE-0303-48FE-A8D1-EB71A601AC61}" type="pres">
      <dgm:prSet presAssocID="{8D8DDDEB-31AC-4CF6-934B-FE66D9C82A56}" presName="sibTransNodeCircle" presStyleLbl="alignNode1" presStyleIdx="0" presStyleCnt="5">
        <dgm:presLayoutVars>
          <dgm:chMax val="0"/>
          <dgm:bulletEnabled/>
        </dgm:presLayoutVars>
      </dgm:prSet>
      <dgm:spPr/>
    </dgm:pt>
    <dgm:pt modelId="{1D8ABCAD-4C37-4588-8105-AF2FB5D3541F}" type="pres">
      <dgm:prSet presAssocID="{8D8DDDEB-31AC-4CF6-934B-FE66D9C82A56}" presName="spacerBetweenCircleAndCallout" presStyleCnt="0">
        <dgm:presLayoutVars/>
      </dgm:prSet>
      <dgm:spPr/>
    </dgm:pt>
    <dgm:pt modelId="{24C2A42B-39DB-4592-AD6F-EED489CAD6A6}" type="pres">
      <dgm:prSet presAssocID="{7013B333-3581-4674-B2C7-EA28CF0AE184}" presName="nodeText" presStyleLbl="alignAccFollowNode1" presStyleIdx="2" presStyleCnt="15">
        <dgm:presLayoutVars>
          <dgm:bulletEnabled val="1"/>
        </dgm:presLayoutVars>
      </dgm:prSet>
      <dgm:spPr/>
    </dgm:pt>
    <dgm:pt modelId="{D0B95A03-0770-4A93-AD0D-5B405F33B08F}" type="pres">
      <dgm:prSet presAssocID="{8D8DDDEB-31AC-4CF6-934B-FE66D9C82A56}" presName="sibTransComposite" presStyleCnt="0"/>
      <dgm:spPr/>
    </dgm:pt>
    <dgm:pt modelId="{3CDB52AF-77C1-498B-8688-5A91DE0C4F09}" type="pres">
      <dgm:prSet presAssocID="{42360EC2-EDBF-48EF-AE92-7BFF3BCD5E9B}" presName="compositeNode" presStyleCnt="0"/>
      <dgm:spPr/>
    </dgm:pt>
    <dgm:pt modelId="{0503C731-4546-4AA7-8019-7ECBB06488BF}" type="pres">
      <dgm:prSet presAssocID="{42360EC2-EDBF-48EF-AE92-7BFF3BCD5E9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B270641-7727-431C-AB84-FD80C17CEB0A}" type="pres">
      <dgm:prSet presAssocID="{42360EC2-EDBF-48EF-AE92-7BFF3BCD5E9B}" presName="parSh" presStyleCnt="0"/>
      <dgm:spPr/>
    </dgm:pt>
    <dgm:pt modelId="{ED34FCE1-8026-46A0-8DFD-8B9D85161C5E}" type="pres">
      <dgm:prSet presAssocID="{42360EC2-EDBF-48EF-AE92-7BFF3BCD5E9B}" presName="lineNode" presStyleLbl="alignAccFollowNode1" presStyleIdx="3" presStyleCnt="15"/>
      <dgm:spPr/>
    </dgm:pt>
    <dgm:pt modelId="{29D357BF-580C-465C-9C27-B75401F0F62F}" type="pres">
      <dgm:prSet presAssocID="{42360EC2-EDBF-48EF-AE92-7BFF3BCD5E9B}" presName="lineArrowNode" presStyleLbl="alignAccFollowNode1" presStyleIdx="4" presStyleCnt="15"/>
      <dgm:spPr/>
    </dgm:pt>
    <dgm:pt modelId="{2725C7CC-B2EC-4CF7-8F68-B4E0CCD5C4B5}" type="pres">
      <dgm:prSet presAssocID="{A103CAFF-BF73-468F-87F2-D416C1137F8F}" presName="sibTransNodeCircle" presStyleLbl="alignNode1" presStyleIdx="1" presStyleCnt="5">
        <dgm:presLayoutVars>
          <dgm:chMax val="0"/>
          <dgm:bulletEnabled/>
        </dgm:presLayoutVars>
      </dgm:prSet>
      <dgm:spPr/>
    </dgm:pt>
    <dgm:pt modelId="{9ACA4EF6-DB2E-4601-AAE2-09249D7380C7}" type="pres">
      <dgm:prSet presAssocID="{A103CAFF-BF73-468F-87F2-D416C1137F8F}" presName="spacerBetweenCircleAndCallout" presStyleCnt="0">
        <dgm:presLayoutVars/>
      </dgm:prSet>
      <dgm:spPr/>
    </dgm:pt>
    <dgm:pt modelId="{CE85956E-E86C-4CC5-8868-A192C16A7EE9}" type="pres">
      <dgm:prSet presAssocID="{42360EC2-EDBF-48EF-AE92-7BFF3BCD5E9B}" presName="nodeText" presStyleLbl="alignAccFollowNode1" presStyleIdx="5" presStyleCnt="15" custLinFactNeighborX="402">
        <dgm:presLayoutVars>
          <dgm:bulletEnabled val="1"/>
        </dgm:presLayoutVars>
      </dgm:prSet>
      <dgm:spPr/>
    </dgm:pt>
    <dgm:pt modelId="{67DFB435-12F5-43D0-8548-40323879F8E7}" type="pres">
      <dgm:prSet presAssocID="{A103CAFF-BF73-468F-87F2-D416C1137F8F}" presName="sibTransComposite" presStyleCnt="0"/>
      <dgm:spPr/>
    </dgm:pt>
    <dgm:pt modelId="{40BE3B3A-44D7-4C9D-8022-913B042C868C}" type="pres">
      <dgm:prSet presAssocID="{4AD9BA7D-D620-4D1B-9C9B-1C68443B58A7}" presName="compositeNode" presStyleCnt="0"/>
      <dgm:spPr/>
    </dgm:pt>
    <dgm:pt modelId="{26956071-498A-434B-B3A4-CE3939071AB8}" type="pres">
      <dgm:prSet presAssocID="{4AD9BA7D-D620-4D1B-9C9B-1C68443B58A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5914C04-C055-479A-8C71-11E7D79C03E4}" type="pres">
      <dgm:prSet presAssocID="{4AD9BA7D-D620-4D1B-9C9B-1C68443B58A7}" presName="parSh" presStyleCnt="0"/>
      <dgm:spPr/>
    </dgm:pt>
    <dgm:pt modelId="{6EC13CB6-A0DA-466F-A9FB-36453E802AA3}" type="pres">
      <dgm:prSet presAssocID="{4AD9BA7D-D620-4D1B-9C9B-1C68443B58A7}" presName="lineNode" presStyleLbl="alignAccFollowNode1" presStyleIdx="6" presStyleCnt="15"/>
      <dgm:spPr/>
    </dgm:pt>
    <dgm:pt modelId="{4D581D7B-9C3F-46CF-8D64-732FBB5384D9}" type="pres">
      <dgm:prSet presAssocID="{4AD9BA7D-D620-4D1B-9C9B-1C68443B58A7}" presName="lineArrowNode" presStyleLbl="alignAccFollowNode1" presStyleIdx="7" presStyleCnt="15"/>
      <dgm:spPr/>
    </dgm:pt>
    <dgm:pt modelId="{5002A0D8-41E1-40D9-B70C-DFDC60A45307}" type="pres">
      <dgm:prSet presAssocID="{1DAFBF74-785B-45C9-A859-78D4FF17505B}" presName="sibTransNodeCircle" presStyleLbl="alignNode1" presStyleIdx="2" presStyleCnt="5">
        <dgm:presLayoutVars>
          <dgm:chMax val="0"/>
          <dgm:bulletEnabled/>
        </dgm:presLayoutVars>
      </dgm:prSet>
      <dgm:spPr/>
    </dgm:pt>
    <dgm:pt modelId="{F0FFB1A5-5C20-4ABD-B884-85E91F21A67F}" type="pres">
      <dgm:prSet presAssocID="{1DAFBF74-785B-45C9-A859-78D4FF17505B}" presName="spacerBetweenCircleAndCallout" presStyleCnt="0">
        <dgm:presLayoutVars/>
      </dgm:prSet>
      <dgm:spPr/>
    </dgm:pt>
    <dgm:pt modelId="{4D2082C4-0C91-49FA-9BD8-8CF73300FD94}" type="pres">
      <dgm:prSet presAssocID="{4AD9BA7D-D620-4D1B-9C9B-1C68443B58A7}" presName="nodeText" presStyleLbl="alignAccFollowNode1" presStyleIdx="8" presStyleCnt="15">
        <dgm:presLayoutVars>
          <dgm:bulletEnabled val="1"/>
        </dgm:presLayoutVars>
      </dgm:prSet>
      <dgm:spPr/>
    </dgm:pt>
    <dgm:pt modelId="{9AD2B375-B367-40B6-AF38-A5232A6665A4}" type="pres">
      <dgm:prSet presAssocID="{1DAFBF74-785B-45C9-A859-78D4FF17505B}" presName="sibTransComposite" presStyleCnt="0"/>
      <dgm:spPr/>
    </dgm:pt>
    <dgm:pt modelId="{4B504D91-08B6-4E1E-9CE8-9B931370B0B5}" type="pres">
      <dgm:prSet presAssocID="{250A1DC1-3E1C-499D-823C-B23D20C8556A}" presName="compositeNode" presStyleCnt="0"/>
      <dgm:spPr/>
    </dgm:pt>
    <dgm:pt modelId="{C361A97B-99F3-4045-9273-EFCBF56ABD03}" type="pres">
      <dgm:prSet presAssocID="{250A1DC1-3E1C-499D-823C-B23D20C8556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863EB9A-C847-41B0-B7BF-01E2DC03CFF8}" type="pres">
      <dgm:prSet presAssocID="{250A1DC1-3E1C-499D-823C-B23D20C8556A}" presName="parSh" presStyleCnt="0"/>
      <dgm:spPr/>
    </dgm:pt>
    <dgm:pt modelId="{FC89B03F-9E25-4833-92A3-A966EC2C0990}" type="pres">
      <dgm:prSet presAssocID="{250A1DC1-3E1C-499D-823C-B23D20C8556A}" presName="lineNode" presStyleLbl="alignAccFollowNode1" presStyleIdx="9" presStyleCnt="15"/>
      <dgm:spPr/>
    </dgm:pt>
    <dgm:pt modelId="{534FDE81-6F6B-4699-B188-37BEC473D16B}" type="pres">
      <dgm:prSet presAssocID="{250A1DC1-3E1C-499D-823C-B23D20C8556A}" presName="lineArrowNode" presStyleLbl="alignAccFollowNode1" presStyleIdx="10" presStyleCnt="15"/>
      <dgm:spPr/>
    </dgm:pt>
    <dgm:pt modelId="{4A6EFA3B-2162-4D9B-9B10-823ED6E9B87A}" type="pres">
      <dgm:prSet presAssocID="{D6B90328-A793-47D6-9227-1943F89140F4}" presName="sibTransNodeCircle" presStyleLbl="alignNode1" presStyleIdx="3" presStyleCnt="5">
        <dgm:presLayoutVars>
          <dgm:chMax val="0"/>
          <dgm:bulletEnabled/>
        </dgm:presLayoutVars>
      </dgm:prSet>
      <dgm:spPr/>
    </dgm:pt>
    <dgm:pt modelId="{EC52445A-ED13-4955-BFD9-DF0FE0E374C2}" type="pres">
      <dgm:prSet presAssocID="{D6B90328-A793-47D6-9227-1943F89140F4}" presName="spacerBetweenCircleAndCallout" presStyleCnt="0">
        <dgm:presLayoutVars/>
      </dgm:prSet>
      <dgm:spPr/>
    </dgm:pt>
    <dgm:pt modelId="{D7101C3C-A25D-40B2-9025-B46E246348A0}" type="pres">
      <dgm:prSet presAssocID="{250A1DC1-3E1C-499D-823C-B23D20C8556A}" presName="nodeText" presStyleLbl="alignAccFollowNode1" presStyleIdx="11" presStyleCnt="15">
        <dgm:presLayoutVars>
          <dgm:bulletEnabled val="1"/>
        </dgm:presLayoutVars>
      </dgm:prSet>
      <dgm:spPr/>
    </dgm:pt>
    <dgm:pt modelId="{EA5588DB-0CA3-4FCD-AEEA-8B494275313A}" type="pres">
      <dgm:prSet presAssocID="{D6B90328-A793-47D6-9227-1943F89140F4}" presName="sibTransComposite" presStyleCnt="0"/>
      <dgm:spPr/>
    </dgm:pt>
    <dgm:pt modelId="{190A65E3-7693-4DDB-B118-163784C5EDFE}" type="pres">
      <dgm:prSet presAssocID="{B8B12F16-EDE4-4BA4-82B3-FF4A49CCC44C}" presName="compositeNode" presStyleCnt="0"/>
      <dgm:spPr/>
    </dgm:pt>
    <dgm:pt modelId="{6B33253A-A8A4-4091-9B75-815D8BAE0B8D}" type="pres">
      <dgm:prSet presAssocID="{B8B12F16-EDE4-4BA4-82B3-FF4A49CCC44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3EC93D5-738F-4AF8-BE02-B5253FA9D0C4}" type="pres">
      <dgm:prSet presAssocID="{B8B12F16-EDE4-4BA4-82B3-FF4A49CCC44C}" presName="parSh" presStyleCnt="0"/>
      <dgm:spPr/>
    </dgm:pt>
    <dgm:pt modelId="{95786386-1985-4A73-9679-03531F9A30EC}" type="pres">
      <dgm:prSet presAssocID="{B8B12F16-EDE4-4BA4-82B3-FF4A49CCC44C}" presName="lineNode" presStyleLbl="alignAccFollowNode1" presStyleIdx="12" presStyleCnt="15"/>
      <dgm:spPr/>
    </dgm:pt>
    <dgm:pt modelId="{5A60A38F-E45E-487C-B47D-8AB84C2E749B}" type="pres">
      <dgm:prSet presAssocID="{B8B12F16-EDE4-4BA4-82B3-FF4A49CCC44C}" presName="lineArrowNode" presStyleLbl="alignAccFollowNode1" presStyleIdx="13" presStyleCnt="15"/>
      <dgm:spPr/>
    </dgm:pt>
    <dgm:pt modelId="{DF5875AE-C1A5-4B8D-9C78-C4649CC77FE6}" type="pres">
      <dgm:prSet presAssocID="{196EFA5A-FD73-4309-9200-06D5C5A128E8}" presName="sibTransNodeCircle" presStyleLbl="alignNode1" presStyleIdx="4" presStyleCnt="5">
        <dgm:presLayoutVars>
          <dgm:chMax val="0"/>
          <dgm:bulletEnabled/>
        </dgm:presLayoutVars>
      </dgm:prSet>
      <dgm:spPr/>
    </dgm:pt>
    <dgm:pt modelId="{ED199533-F166-488E-A6DA-5D0E4DC0D5D5}" type="pres">
      <dgm:prSet presAssocID="{196EFA5A-FD73-4309-9200-06D5C5A128E8}" presName="spacerBetweenCircleAndCallout" presStyleCnt="0">
        <dgm:presLayoutVars/>
      </dgm:prSet>
      <dgm:spPr/>
    </dgm:pt>
    <dgm:pt modelId="{D5D530FB-BE22-4FC2-88DC-3822B6002E11}" type="pres">
      <dgm:prSet presAssocID="{B8B12F16-EDE4-4BA4-82B3-FF4A49CCC44C}" presName="nodeText" presStyleLbl="alignAccFollowNode1" presStyleIdx="14" presStyleCnt="15">
        <dgm:presLayoutVars>
          <dgm:bulletEnabled val="1"/>
        </dgm:presLayoutVars>
      </dgm:prSet>
      <dgm:spPr/>
    </dgm:pt>
  </dgm:ptLst>
  <dgm:cxnLst>
    <dgm:cxn modelId="{26ADAA23-D836-4F35-A7FD-653F1BB3FDC7}" type="presOf" srcId="{A103CAFF-BF73-468F-87F2-D416C1137F8F}" destId="{2725C7CC-B2EC-4CF7-8F68-B4E0CCD5C4B5}" srcOrd="0" destOrd="0" presId="urn:microsoft.com/office/officeart/2016/7/layout/LinearArrowProcessNumbered"/>
    <dgm:cxn modelId="{09DC303D-9E92-4649-86F0-98B08C530B07}" type="presOf" srcId="{250A1DC1-3E1C-499D-823C-B23D20C8556A}" destId="{D7101C3C-A25D-40B2-9025-B46E246348A0}" srcOrd="0" destOrd="0" presId="urn:microsoft.com/office/officeart/2016/7/layout/LinearArrowProcessNumbered"/>
    <dgm:cxn modelId="{5A901E5F-346E-41DB-B800-994065150ED8}" srcId="{37924FC3-56D7-4E53-9B00-E256339E7B5C}" destId="{42360EC2-EDBF-48EF-AE92-7BFF3BCD5E9B}" srcOrd="1" destOrd="0" parTransId="{34402C44-CE72-4113-8D62-2018AA9D15F3}" sibTransId="{A103CAFF-BF73-468F-87F2-D416C1137F8F}"/>
    <dgm:cxn modelId="{D0CE9947-EA2E-4F2B-9DED-ADEEE1606044}" type="presOf" srcId="{7013B333-3581-4674-B2C7-EA28CF0AE184}" destId="{24C2A42B-39DB-4592-AD6F-EED489CAD6A6}" srcOrd="0" destOrd="0" presId="urn:microsoft.com/office/officeart/2016/7/layout/LinearArrowProcessNumbered"/>
    <dgm:cxn modelId="{04DC3F4D-2774-4A60-8B99-2E1D72780A53}" type="presOf" srcId="{1DAFBF74-785B-45C9-A859-78D4FF17505B}" destId="{5002A0D8-41E1-40D9-B70C-DFDC60A45307}" srcOrd="0" destOrd="0" presId="urn:microsoft.com/office/officeart/2016/7/layout/LinearArrowProcessNumbered"/>
    <dgm:cxn modelId="{03544F4F-8D23-43B8-8951-11C5F2B90CF7}" type="presOf" srcId="{196EFA5A-FD73-4309-9200-06D5C5A128E8}" destId="{DF5875AE-C1A5-4B8D-9C78-C4649CC77FE6}" srcOrd="0" destOrd="0" presId="urn:microsoft.com/office/officeart/2016/7/layout/LinearArrowProcessNumbered"/>
    <dgm:cxn modelId="{9EF54251-FDB4-4DC3-A044-506708441C84}" type="presOf" srcId="{42360EC2-EDBF-48EF-AE92-7BFF3BCD5E9B}" destId="{CE85956E-E86C-4CC5-8868-A192C16A7EE9}" srcOrd="0" destOrd="0" presId="urn:microsoft.com/office/officeart/2016/7/layout/LinearArrowProcessNumbered"/>
    <dgm:cxn modelId="{FC489171-D0E6-42A5-9CC6-03389B0EF4F9}" type="presOf" srcId="{D6B90328-A793-47D6-9227-1943F89140F4}" destId="{4A6EFA3B-2162-4D9B-9B10-823ED6E9B87A}" srcOrd="0" destOrd="0" presId="urn:microsoft.com/office/officeart/2016/7/layout/LinearArrowProcessNumbered"/>
    <dgm:cxn modelId="{234E6154-8FE7-4D11-B600-63ECE43CF2CB}" type="presOf" srcId="{B8B12F16-EDE4-4BA4-82B3-FF4A49CCC44C}" destId="{D5D530FB-BE22-4FC2-88DC-3822B6002E11}" srcOrd="0" destOrd="0" presId="urn:microsoft.com/office/officeart/2016/7/layout/LinearArrowProcessNumbered"/>
    <dgm:cxn modelId="{8B7C517E-CAC3-4C3C-917E-F351269530BB}" srcId="{37924FC3-56D7-4E53-9B00-E256339E7B5C}" destId="{7013B333-3581-4674-B2C7-EA28CF0AE184}" srcOrd="0" destOrd="0" parTransId="{06374369-A1F3-4F06-806B-764A267BADA1}" sibTransId="{8D8DDDEB-31AC-4CF6-934B-FE66D9C82A56}"/>
    <dgm:cxn modelId="{E7906A8B-712D-4C0A-B772-10F56B282859}" type="presOf" srcId="{4AD9BA7D-D620-4D1B-9C9B-1C68443B58A7}" destId="{4D2082C4-0C91-49FA-9BD8-8CF73300FD94}" srcOrd="0" destOrd="0" presId="urn:microsoft.com/office/officeart/2016/7/layout/LinearArrowProcessNumbered"/>
    <dgm:cxn modelId="{3A067899-AEFE-4C95-B7F8-269E9D982EA1}" srcId="{37924FC3-56D7-4E53-9B00-E256339E7B5C}" destId="{4AD9BA7D-D620-4D1B-9C9B-1C68443B58A7}" srcOrd="2" destOrd="0" parTransId="{6B1E1EBA-1F6E-47D9-850C-B72B9BED6EFA}" sibTransId="{1DAFBF74-785B-45C9-A859-78D4FF17505B}"/>
    <dgm:cxn modelId="{D56AA8B8-5E46-4060-825A-082C07DD3E78}" srcId="{37924FC3-56D7-4E53-9B00-E256339E7B5C}" destId="{B8B12F16-EDE4-4BA4-82B3-FF4A49CCC44C}" srcOrd="4" destOrd="0" parTransId="{CD966115-06D7-40DB-9173-0E184729A629}" sibTransId="{196EFA5A-FD73-4309-9200-06D5C5A128E8}"/>
    <dgm:cxn modelId="{45F9E7C3-8583-4E1D-9276-7D70AC6584C9}" type="presOf" srcId="{37924FC3-56D7-4E53-9B00-E256339E7B5C}" destId="{3DE1854C-C509-4B6F-9928-C23D6EEB66B3}" srcOrd="0" destOrd="0" presId="urn:microsoft.com/office/officeart/2016/7/layout/LinearArrowProcessNumbered"/>
    <dgm:cxn modelId="{9C4DF4F4-0B00-4570-BDAC-8FEF1D1F9D28}" srcId="{37924FC3-56D7-4E53-9B00-E256339E7B5C}" destId="{250A1DC1-3E1C-499D-823C-B23D20C8556A}" srcOrd="3" destOrd="0" parTransId="{71D84A86-686E-4474-B4AE-CF9A13272652}" sibTransId="{D6B90328-A793-47D6-9227-1943F89140F4}"/>
    <dgm:cxn modelId="{818937F8-7B2A-455D-A5DC-C78EBA8CFA4F}" type="presOf" srcId="{8D8DDDEB-31AC-4CF6-934B-FE66D9C82A56}" destId="{651F84EE-0303-48FE-A8D1-EB71A601AC61}" srcOrd="0" destOrd="0" presId="urn:microsoft.com/office/officeart/2016/7/layout/LinearArrowProcessNumbered"/>
    <dgm:cxn modelId="{E913C303-D905-47CA-8851-B77814550208}" type="presParOf" srcId="{3DE1854C-C509-4B6F-9928-C23D6EEB66B3}" destId="{F457B301-CF3B-45FD-A81E-526B388EFECE}" srcOrd="0" destOrd="0" presId="urn:microsoft.com/office/officeart/2016/7/layout/LinearArrowProcessNumbered"/>
    <dgm:cxn modelId="{08C332E3-4C6D-4651-9535-B975184E6458}" type="presParOf" srcId="{F457B301-CF3B-45FD-A81E-526B388EFECE}" destId="{EDCD4804-9029-4139-990C-55F48CE64F1A}" srcOrd="0" destOrd="0" presId="urn:microsoft.com/office/officeart/2016/7/layout/LinearArrowProcessNumbered"/>
    <dgm:cxn modelId="{F7083ACD-C859-47F5-84B8-3071A4A00916}" type="presParOf" srcId="{F457B301-CF3B-45FD-A81E-526B388EFECE}" destId="{C2BFCBE2-899D-4D8C-8CB3-7B745C945C44}" srcOrd="1" destOrd="0" presId="urn:microsoft.com/office/officeart/2016/7/layout/LinearArrowProcessNumbered"/>
    <dgm:cxn modelId="{C92A66F6-CE8C-4ED4-ADF7-9DB4724F0CD8}" type="presParOf" srcId="{C2BFCBE2-899D-4D8C-8CB3-7B745C945C44}" destId="{8822A922-0668-447E-A335-F740FE91502D}" srcOrd="0" destOrd="0" presId="urn:microsoft.com/office/officeart/2016/7/layout/LinearArrowProcessNumbered"/>
    <dgm:cxn modelId="{49AEE078-9BAA-4FC6-B17F-59A7FBC40EBA}" type="presParOf" srcId="{C2BFCBE2-899D-4D8C-8CB3-7B745C945C44}" destId="{9EA62E33-FA45-415F-A85F-FDD4AE80878B}" srcOrd="1" destOrd="0" presId="urn:microsoft.com/office/officeart/2016/7/layout/LinearArrowProcessNumbered"/>
    <dgm:cxn modelId="{1E423C71-3895-4A17-B09A-E0C729A9D565}" type="presParOf" srcId="{C2BFCBE2-899D-4D8C-8CB3-7B745C945C44}" destId="{651F84EE-0303-48FE-A8D1-EB71A601AC61}" srcOrd="2" destOrd="0" presId="urn:microsoft.com/office/officeart/2016/7/layout/LinearArrowProcessNumbered"/>
    <dgm:cxn modelId="{8662C11E-ABD0-4D29-886B-4ADC7A31CA97}" type="presParOf" srcId="{C2BFCBE2-899D-4D8C-8CB3-7B745C945C44}" destId="{1D8ABCAD-4C37-4588-8105-AF2FB5D3541F}" srcOrd="3" destOrd="0" presId="urn:microsoft.com/office/officeart/2016/7/layout/LinearArrowProcessNumbered"/>
    <dgm:cxn modelId="{24F9A571-C868-4947-8421-7922A0ED5A68}" type="presParOf" srcId="{F457B301-CF3B-45FD-A81E-526B388EFECE}" destId="{24C2A42B-39DB-4592-AD6F-EED489CAD6A6}" srcOrd="2" destOrd="0" presId="urn:microsoft.com/office/officeart/2016/7/layout/LinearArrowProcessNumbered"/>
    <dgm:cxn modelId="{63954EF5-DCCC-4443-A2DC-84BB3642D903}" type="presParOf" srcId="{3DE1854C-C509-4B6F-9928-C23D6EEB66B3}" destId="{D0B95A03-0770-4A93-AD0D-5B405F33B08F}" srcOrd="1" destOrd="0" presId="urn:microsoft.com/office/officeart/2016/7/layout/LinearArrowProcessNumbered"/>
    <dgm:cxn modelId="{2148CD3F-3CBC-4E95-80DF-746C6D633F4A}" type="presParOf" srcId="{3DE1854C-C509-4B6F-9928-C23D6EEB66B3}" destId="{3CDB52AF-77C1-498B-8688-5A91DE0C4F09}" srcOrd="2" destOrd="0" presId="urn:microsoft.com/office/officeart/2016/7/layout/LinearArrowProcessNumbered"/>
    <dgm:cxn modelId="{41814EE7-C55B-4431-BE51-6BF7BAF1DF6A}" type="presParOf" srcId="{3CDB52AF-77C1-498B-8688-5A91DE0C4F09}" destId="{0503C731-4546-4AA7-8019-7ECBB06488BF}" srcOrd="0" destOrd="0" presId="urn:microsoft.com/office/officeart/2016/7/layout/LinearArrowProcessNumbered"/>
    <dgm:cxn modelId="{EA6949BA-FD0B-43F9-AABE-0FDFCA7A7A73}" type="presParOf" srcId="{3CDB52AF-77C1-498B-8688-5A91DE0C4F09}" destId="{8B270641-7727-431C-AB84-FD80C17CEB0A}" srcOrd="1" destOrd="0" presId="urn:microsoft.com/office/officeart/2016/7/layout/LinearArrowProcessNumbered"/>
    <dgm:cxn modelId="{2CB194DD-91B1-42AC-8C01-022D832E18DA}" type="presParOf" srcId="{8B270641-7727-431C-AB84-FD80C17CEB0A}" destId="{ED34FCE1-8026-46A0-8DFD-8B9D85161C5E}" srcOrd="0" destOrd="0" presId="urn:microsoft.com/office/officeart/2016/7/layout/LinearArrowProcessNumbered"/>
    <dgm:cxn modelId="{FEB80119-8F16-4059-AB94-E014B3475763}" type="presParOf" srcId="{8B270641-7727-431C-AB84-FD80C17CEB0A}" destId="{29D357BF-580C-465C-9C27-B75401F0F62F}" srcOrd="1" destOrd="0" presId="urn:microsoft.com/office/officeart/2016/7/layout/LinearArrowProcessNumbered"/>
    <dgm:cxn modelId="{3B3593F0-1FC0-4B51-B372-43BA904DE984}" type="presParOf" srcId="{8B270641-7727-431C-AB84-FD80C17CEB0A}" destId="{2725C7CC-B2EC-4CF7-8F68-B4E0CCD5C4B5}" srcOrd="2" destOrd="0" presId="urn:microsoft.com/office/officeart/2016/7/layout/LinearArrowProcessNumbered"/>
    <dgm:cxn modelId="{0FE07699-75CB-4E0D-94EA-3D0157BCEE48}" type="presParOf" srcId="{8B270641-7727-431C-AB84-FD80C17CEB0A}" destId="{9ACA4EF6-DB2E-4601-AAE2-09249D7380C7}" srcOrd="3" destOrd="0" presId="urn:microsoft.com/office/officeart/2016/7/layout/LinearArrowProcessNumbered"/>
    <dgm:cxn modelId="{EDCF45A6-AAC8-4BA2-BE60-73E177E800EC}" type="presParOf" srcId="{3CDB52AF-77C1-498B-8688-5A91DE0C4F09}" destId="{CE85956E-E86C-4CC5-8868-A192C16A7EE9}" srcOrd="2" destOrd="0" presId="urn:microsoft.com/office/officeart/2016/7/layout/LinearArrowProcessNumbered"/>
    <dgm:cxn modelId="{2404FE84-299D-404A-A437-80D9136333E2}" type="presParOf" srcId="{3DE1854C-C509-4B6F-9928-C23D6EEB66B3}" destId="{67DFB435-12F5-43D0-8548-40323879F8E7}" srcOrd="3" destOrd="0" presId="urn:microsoft.com/office/officeart/2016/7/layout/LinearArrowProcessNumbered"/>
    <dgm:cxn modelId="{FD232219-1D63-4BCD-8558-626B65D426C0}" type="presParOf" srcId="{3DE1854C-C509-4B6F-9928-C23D6EEB66B3}" destId="{40BE3B3A-44D7-4C9D-8022-913B042C868C}" srcOrd="4" destOrd="0" presId="urn:microsoft.com/office/officeart/2016/7/layout/LinearArrowProcessNumbered"/>
    <dgm:cxn modelId="{2544F84B-47D9-4EA0-8D9C-3B15F94A99FE}" type="presParOf" srcId="{40BE3B3A-44D7-4C9D-8022-913B042C868C}" destId="{26956071-498A-434B-B3A4-CE3939071AB8}" srcOrd="0" destOrd="0" presId="urn:microsoft.com/office/officeart/2016/7/layout/LinearArrowProcessNumbered"/>
    <dgm:cxn modelId="{A5F19173-37B9-4D4B-AD60-E67E1A6772CF}" type="presParOf" srcId="{40BE3B3A-44D7-4C9D-8022-913B042C868C}" destId="{B5914C04-C055-479A-8C71-11E7D79C03E4}" srcOrd="1" destOrd="0" presId="urn:microsoft.com/office/officeart/2016/7/layout/LinearArrowProcessNumbered"/>
    <dgm:cxn modelId="{6E51A2ED-6CD8-4A67-861B-C437091B2AAA}" type="presParOf" srcId="{B5914C04-C055-479A-8C71-11E7D79C03E4}" destId="{6EC13CB6-A0DA-466F-A9FB-36453E802AA3}" srcOrd="0" destOrd="0" presId="urn:microsoft.com/office/officeart/2016/7/layout/LinearArrowProcessNumbered"/>
    <dgm:cxn modelId="{C954E105-2E39-4970-A43C-7787E1084C9F}" type="presParOf" srcId="{B5914C04-C055-479A-8C71-11E7D79C03E4}" destId="{4D581D7B-9C3F-46CF-8D64-732FBB5384D9}" srcOrd="1" destOrd="0" presId="urn:microsoft.com/office/officeart/2016/7/layout/LinearArrowProcessNumbered"/>
    <dgm:cxn modelId="{A1B93750-98CC-49EA-AFD2-44983A81E2E8}" type="presParOf" srcId="{B5914C04-C055-479A-8C71-11E7D79C03E4}" destId="{5002A0D8-41E1-40D9-B70C-DFDC60A45307}" srcOrd="2" destOrd="0" presId="urn:microsoft.com/office/officeart/2016/7/layout/LinearArrowProcessNumbered"/>
    <dgm:cxn modelId="{1D8EBE93-BB01-48D3-B60F-E3BDE83A7EB5}" type="presParOf" srcId="{B5914C04-C055-479A-8C71-11E7D79C03E4}" destId="{F0FFB1A5-5C20-4ABD-B884-85E91F21A67F}" srcOrd="3" destOrd="0" presId="urn:microsoft.com/office/officeart/2016/7/layout/LinearArrowProcessNumbered"/>
    <dgm:cxn modelId="{0039769E-FA88-4963-9E32-D0EA7CE5EC84}" type="presParOf" srcId="{40BE3B3A-44D7-4C9D-8022-913B042C868C}" destId="{4D2082C4-0C91-49FA-9BD8-8CF73300FD94}" srcOrd="2" destOrd="0" presId="urn:microsoft.com/office/officeart/2016/7/layout/LinearArrowProcessNumbered"/>
    <dgm:cxn modelId="{A579C25B-1F06-45D9-B547-6679E29366B9}" type="presParOf" srcId="{3DE1854C-C509-4B6F-9928-C23D6EEB66B3}" destId="{9AD2B375-B367-40B6-AF38-A5232A6665A4}" srcOrd="5" destOrd="0" presId="urn:microsoft.com/office/officeart/2016/7/layout/LinearArrowProcessNumbered"/>
    <dgm:cxn modelId="{ED654CB4-9766-4279-8A1C-91BF61EE5750}" type="presParOf" srcId="{3DE1854C-C509-4B6F-9928-C23D6EEB66B3}" destId="{4B504D91-08B6-4E1E-9CE8-9B931370B0B5}" srcOrd="6" destOrd="0" presId="urn:microsoft.com/office/officeart/2016/7/layout/LinearArrowProcessNumbered"/>
    <dgm:cxn modelId="{7BABCE9F-302B-47DE-AA11-9242D9E40E61}" type="presParOf" srcId="{4B504D91-08B6-4E1E-9CE8-9B931370B0B5}" destId="{C361A97B-99F3-4045-9273-EFCBF56ABD03}" srcOrd="0" destOrd="0" presId="urn:microsoft.com/office/officeart/2016/7/layout/LinearArrowProcessNumbered"/>
    <dgm:cxn modelId="{193D2E91-825E-4E31-855F-4D0F762EC639}" type="presParOf" srcId="{4B504D91-08B6-4E1E-9CE8-9B931370B0B5}" destId="{7863EB9A-C847-41B0-B7BF-01E2DC03CFF8}" srcOrd="1" destOrd="0" presId="urn:microsoft.com/office/officeart/2016/7/layout/LinearArrowProcessNumbered"/>
    <dgm:cxn modelId="{7313547A-3E98-4772-BDA8-638E88E89400}" type="presParOf" srcId="{7863EB9A-C847-41B0-B7BF-01E2DC03CFF8}" destId="{FC89B03F-9E25-4833-92A3-A966EC2C0990}" srcOrd="0" destOrd="0" presId="urn:microsoft.com/office/officeart/2016/7/layout/LinearArrowProcessNumbered"/>
    <dgm:cxn modelId="{E27D30B1-FAC1-4A7D-97AA-D6D466DE68F1}" type="presParOf" srcId="{7863EB9A-C847-41B0-B7BF-01E2DC03CFF8}" destId="{534FDE81-6F6B-4699-B188-37BEC473D16B}" srcOrd="1" destOrd="0" presId="urn:microsoft.com/office/officeart/2016/7/layout/LinearArrowProcessNumbered"/>
    <dgm:cxn modelId="{D69B8142-A1FA-4226-A6BE-12EA70921ADC}" type="presParOf" srcId="{7863EB9A-C847-41B0-B7BF-01E2DC03CFF8}" destId="{4A6EFA3B-2162-4D9B-9B10-823ED6E9B87A}" srcOrd="2" destOrd="0" presId="urn:microsoft.com/office/officeart/2016/7/layout/LinearArrowProcessNumbered"/>
    <dgm:cxn modelId="{F0CEF9E2-98E4-4E46-9591-9A5BEF11BA48}" type="presParOf" srcId="{7863EB9A-C847-41B0-B7BF-01E2DC03CFF8}" destId="{EC52445A-ED13-4955-BFD9-DF0FE0E374C2}" srcOrd="3" destOrd="0" presId="urn:microsoft.com/office/officeart/2016/7/layout/LinearArrowProcessNumbered"/>
    <dgm:cxn modelId="{CBF051AC-7A43-4CC4-B07A-DDD9760DA253}" type="presParOf" srcId="{4B504D91-08B6-4E1E-9CE8-9B931370B0B5}" destId="{D7101C3C-A25D-40B2-9025-B46E246348A0}" srcOrd="2" destOrd="0" presId="urn:microsoft.com/office/officeart/2016/7/layout/LinearArrowProcessNumbered"/>
    <dgm:cxn modelId="{BAD7DD5F-85C3-4B91-822B-6832235F9665}" type="presParOf" srcId="{3DE1854C-C509-4B6F-9928-C23D6EEB66B3}" destId="{EA5588DB-0CA3-4FCD-AEEA-8B494275313A}" srcOrd="7" destOrd="0" presId="urn:microsoft.com/office/officeart/2016/7/layout/LinearArrowProcessNumbered"/>
    <dgm:cxn modelId="{29D4B2C6-689C-44BA-B038-87D266214318}" type="presParOf" srcId="{3DE1854C-C509-4B6F-9928-C23D6EEB66B3}" destId="{190A65E3-7693-4DDB-B118-163784C5EDFE}" srcOrd="8" destOrd="0" presId="urn:microsoft.com/office/officeart/2016/7/layout/LinearArrowProcessNumbered"/>
    <dgm:cxn modelId="{7A2EB1E0-C316-43FE-B159-6B2C2C9B6F40}" type="presParOf" srcId="{190A65E3-7693-4DDB-B118-163784C5EDFE}" destId="{6B33253A-A8A4-4091-9B75-815D8BAE0B8D}" srcOrd="0" destOrd="0" presId="urn:microsoft.com/office/officeart/2016/7/layout/LinearArrowProcessNumbered"/>
    <dgm:cxn modelId="{22906C97-0031-4CE0-83B0-6B1711340EB5}" type="presParOf" srcId="{190A65E3-7693-4DDB-B118-163784C5EDFE}" destId="{93EC93D5-738F-4AF8-BE02-B5253FA9D0C4}" srcOrd="1" destOrd="0" presId="urn:microsoft.com/office/officeart/2016/7/layout/LinearArrowProcessNumbered"/>
    <dgm:cxn modelId="{DCAA7AB8-A22F-414D-B78B-465801E52481}" type="presParOf" srcId="{93EC93D5-738F-4AF8-BE02-B5253FA9D0C4}" destId="{95786386-1985-4A73-9679-03531F9A30EC}" srcOrd="0" destOrd="0" presId="urn:microsoft.com/office/officeart/2016/7/layout/LinearArrowProcessNumbered"/>
    <dgm:cxn modelId="{3BC2618D-AC9B-4BE8-8BC5-2B5B9EBE2714}" type="presParOf" srcId="{93EC93D5-738F-4AF8-BE02-B5253FA9D0C4}" destId="{5A60A38F-E45E-487C-B47D-8AB84C2E749B}" srcOrd="1" destOrd="0" presId="urn:microsoft.com/office/officeart/2016/7/layout/LinearArrowProcessNumbered"/>
    <dgm:cxn modelId="{4078DA1F-3714-4058-92B9-D5E21D5FF9FA}" type="presParOf" srcId="{93EC93D5-738F-4AF8-BE02-B5253FA9D0C4}" destId="{DF5875AE-C1A5-4B8D-9C78-C4649CC77FE6}" srcOrd="2" destOrd="0" presId="urn:microsoft.com/office/officeart/2016/7/layout/LinearArrowProcessNumbered"/>
    <dgm:cxn modelId="{AEAA1A52-BA81-4176-A9A9-4FC1E6EF69BB}" type="presParOf" srcId="{93EC93D5-738F-4AF8-BE02-B5253FA9D0C4}" destId="{ED199533-F166-488E-A6DA-5D0E4DC0D5D5}" srcOrd="3" destOrd="0" presId="urn:microsoft.com/office/officeart/2016/7/layout/LinearArrowProcessNumbered"/>
    <dgm:cxn modelId="{93896935-C541-4D2F-B665-22CD6D14A224}" type="presParOf" srcId="{190A65E3-7693-4DDB-B118-163784C5EDFE}" destId="{D5D530FB-BE22-4FC2-88DC-3822B6002E11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22A922-0668-447E-A335-F740FE91502D}">
      <dsp:nvSpPr>
        <dsp:cNvPr id="0" name=""/>
        <dsp:cNvSpPr/>
      </dsp:nvSpPr>
      <dsp:spPr>
        <a:xfrm>
          <a:off x="1140611" y="1287854"/>
          <a:ext cx="911376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A62E33-FA45-415F-A85F-FDD4AE80878B}">
      <dsp:nvSpPr>
        <dsp:cNvPr id="0" name=""/>
        <dsp:cNvSpPr/>
      </dsp:nvSpPr>
      <dsp:spPr>
        <a:xfrm>
          <a:off x="2106670" y="1211334"/>
          <a:ext cx="104808" cy="196857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1F84EE-0303-48FE-A8D1-EB71A601AC61}">
      <dsp:nvSpPr>
        <dsp:cNvPr id="0" name=""/>
        <dsp:cNvSpPr/>
      </dsp:nvSpPr>
      <dsp:spPr>
        <a:xfrm>
          <a:off x="562663" y="823864"/>
          <a:ext cx="928051" cy="928051"/>
        </a:xfrm>
        <a:prstGeom prst="ellipse">
          <a:avLst/>
        </a:prstGeom>
        <a:solidFill>
          <a:srgbClr val="7D2372"/>
        </a:solidFill>
        <a:ln w="19050" cap="flat" cmpd="sng" algn="ctr">
          <a:solidFill>
            <a:srgbClr val="7D237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14" tIns="36014" rIns="36014" bIns="36014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1</a:t>
          </a:r>
        </a:p>
      </dsp:txBody>
      <dsp:txXfrm>
        <a:off x="698573" y="959774"/>
        <a:ext cx="656231" cy="656231"/>
      </dsp:txXfrm>
    </dsp:sp>
    <dsp:sp modelId="{24C2A42B-39DB-4592-AD6F-EED489CAD6A6}">
      <dsp:nvSpPr>
        <dsp:cNvPr id="0" name=""/>
        <dsp:cNvSpPr/>
      </dsp:nvSpPr>
      <dsp:spPr>
        <a:xfrm>
          <a:off x="1390" y="1917516"/>
          <a:ext cx="205059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753" tIns="165100" rIns="161753" bIns="1651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noProof="0"/>
            <a:t>Collect missing data and finish calculations</a:t>
          </a:r>
        </a:p>
      </dsp:txBody>
      <dsp:txXfrm>
        <a:off x="1390" y="2310636"/>
        <a:ext cx="2050597" cy="1572480"/>
      </dsp:txXfrm>
    </dsp:sp>
    <dsp:sp modelId="{ED34FCE1-8026-46A0-8DFD-8B9D85161C5E}">
      <dsp:nvSpPr>
        <dsp:cNvPr id="0" name=""/>
        <dsp:cNvSpPr/>
      </dsp:nvSpPr>
      <dsp:spPr>
        <a:xfrm>
          <a:off x="2279832" y="1287854"/>
          <a:ext cx="2050597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D357BF-580C-465C-9C27-B75401F0F62F}">
      <dsp:nvSpPr>
        <dsp:cNvPr id="0" name=""/>
        <dsp:cNvSpPr/>
      </dsp:nvSpPr>
      <dsp:spPr>
        <a:xfrm>
          <a:off x="4385112" y="1211334"/>
          <a:ext cx="104808" cy="196857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25C7CC-B2EC-4CF7-8F68-B4E0CCD5C4B5}">
      <dsp:nvSpPr>
        <dsp:cNvPr id="0" name=""/>
        <dsp:cNvSpPr/>
      </dsp:nvSpPr>
      <dsp:spPr>
        <a:xfrm>
          <a:off x="2841105" y="823864"/>
          <a:ext cx="928051" cy="928051"/>
        </a:xfrm>
        <a:prstGeom prst="ellipse">
          <a:avLst/>
        </a:prstGeom>
        <a:solidFill>
          <a:srgbClr val="B94F8C"/>
        </a:solidFill>
        <a:ln w="19050" cap="flat" cmpd="sng" algn="ctr">
          <a:solidFill>
            <a:srgbClr val="B94F8C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14" tIns="36014" rIns="36014" bIns="36014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2</a:t>
          </a:r>
        </a:p>
      </dsp:txBody>
      <dsp:txXfrm>
        <a:off x="2977015" y="959774"/>
        <a:ext cx="656231" cy="656231"/>
      </dsp:txXfrm>
    </dsp:sp>
    <dsp:sp modelId="{CE85956E-E86C-4CC5-8868-A192C16A7EE9}">
      <dsp:nvSpPr>
        <dsp:cNvPr id="0" name=""/>
        <dsp:cNvSpPr/>
      </dsp:nvSpPr>
      <dsp:spPr>
        <a:xfrm>
          <a:off x="2288075" y="1917516"/>
          <a:ext cx="205059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753" tIns="165100" rIns="161753" bIns="165100" numCol="1" spcCol="1270" anchor="t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/>
            <a:t>Aluminium: compare both scenarios</a:t>
          </a:r>
          <a:r>
            <a:rPr lang="en-GB" sz="1900" kern="1200" noProof="0">
              <a:latin typeface="Aptos Display" panose="020F0302020204030204"/>
            </a:rPr>
            <a:t> </a:t>
          </a:r>
          <a:r>
            <a:rPr lang="en-GB" sz="1900" kern="1200" noProof="0"/>
            <a:t> </a:t>
          </a:r>
          <a:r>
            <a:rPr lang="en-GB" sz="1900" kern="1200" noProof="0">
              <a:latin typeface="Aptos Display" panose="020F0302020204030204"/>
            </a:rPr>
            <a:t>(</a:t>
          </a:r>
          <a:r>
            <a:rPr lang="en-GB" sz="1900" kern="1200" noProof="0"/>
            <a:t>virgin and</a:t>
          </a:r>
          <a:r>
            <a:rPr lang="en-GB" sz="1900" kern="1200" noProof="0">
              <a:latin typeface="Aptos Display" panose="020F0302020204030204"/>
            </a:rPr>
            <a:t> recycled Al</a:t>
          </a:r>
          <a:r>
            <a:rPr lang="en-GB" sz="1900" kern="1200" noProof="0"/>
            <a:t>)</a:t>
          </a:r>
        </a:p>
      </dsp:txBody>
      <dsp:txXfrm>
        <a:off x="2288075" y="2310636"/>
        <a:ext cx="2050597" cy="1572480"/>
      </dsp:txXfrm>
    </dsp:sp>
    <dsp:sp modelId="{6EC13CB6-A0DA-466F-A9FB-36453E802AA3}">
      <dsp:nvSpPr>
        <dsp:cNvPr id="0" name=""/>
        <dsp:cNvSpPr/>
      </dsp:nvSpPr>
      <dsp:spPr>
        <a:xfrm>
          <a:off x="4558273" y="1287854"/>
          <a:ext cx="2050597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581D7B-9C3F-46CF-8D64-732FBB5384D9}">
      <dsp:nvSpPr>
        <dsp:cNvPr id="0" name=""/>
        <dsp:cNvSpPr/>
      </dsp:nvSpPr>
      <dsp:spPr>
        <a:xfrm>
          <a:off x="6663553" y="1211334"/>
          <a:ext cx="104808" cy="196857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02A0D8-41E1-40D9-B70C-DFDC60A45307}">
      <dsp:nvSpPr>
        <dsp:cNvPr id="0" name=""/>
        <dsp:cNvSpPr/>
      </dsp:nvSpPr>
      <dsp:spPr>
        <a:xfrm>
          <a:off x="5119546" y="823864"/>
          <a:ext cx="928051" cy="928051"/>
        </a:xfrm>
        <a:prstGeom prst="ellipse">
          <a:avLst/>
        </a:prstGeom>
        <a:solidFill>
          <a:srgbClr val="DB6676"/>
        </a:solidFill>
        <a:ln w="19050" cap="flat" cmpd="sng" algn="ctr">
          <a:solidFill>
            <a:srgbClr val="DB667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14" tIns="36014" rIns="36014" bIns="36014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3</a:t>
          </a:r>
        </a:p>
      </dsp:txBody>
      <dsp:txXfrm>
        <a:off x="5255456" y="959774"/>
        <a:ext cx="656231" cy="656231"/>
      </dsp:txXfrm>
    </dsp:sp>
    <dsp:sp modelId="{4D2082C4-0C91-49FA-9BD8-8CF73300FD94}">
      <dsp:nvSpPr>
        <dsp:cNvPr id="0" name=""/>
        <dsp:cNvSpPr/>
      </dsp:nvSpPr>
      <dsp:spPr>
        <a:xfrm>
          <a:off x="4558273" y="1917516"/>
          <a:ext cx="205059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753" tIns="165100" rIns="161753" bIns="16510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/>
            <a:t>Carbon Fiber: Compare recycling methods</a:t>
          </a:r>
        </a:p>
      </dsp:txBody>
      <dsp:txXfrm>
        <a:off x="4558273" y="2310636"/>
        <a:ext cx="2050597" cy="1572480"/>
      </dsp:txXfrm>
    </dsp:sp>
    <dsp:sp modelId="{FC89B03F-9E25-4833-92A3-A966EC2C0990}">
      <dsp:nvSpPr>
        <dsp:cNvPr id="0" name=""/>
        <dsp:cNvSpPr/>
      </dsp:nvSpPr>
      <dsp:spPr>
        <a:xfrm>
          <a:off x="6836715" y="1287854"/>
          <a:ext cx="2050597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4FDE81-6F6B-4699-B188-37BEC473D16B}">
      <dsp:nvSpPr>
        <dsp:cNvPr id="0" name=""/>
        <dsp:cNvSpPr/>
      </dsp:nvSpPr>
      <dsp:spPr>
        <a:xfrm>
          <a:off x="8941995" y="1211334"/>
          <a:ext cx="104808" cy="196857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6EFA3B-2162-4D9B-9B10-823ED6E9B87A}">
      <dsp:nvSpPr>
        <dsp:cNvPr id="0" name=""/>
        <dsp:cNvSpPr/>
      </dsp:nvSpPr>
      <dsp:spPr>
        <a:xfrm>
          <a:off x="7397987" y="823864"/>
          <a:ext cx="928051" cy="928051"/>
        </a:xfrm>
        <a:prstGeom prst="ellipse">
          <a:avLst/>
        </a:prstGeom>
        <a:solidFill>
          <a:srgbClr val="E36C5B"/>
        </a:solidFill>
        <a:ln w="19050" cap="flat" cmpd="sng" algn="ctr">
          <a:solidFill>
            <a:srgbClr val="E36C5B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14" tIns="36014" rIns="36014" bIns="36014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4</a:t>
          </a:r>
        </a:p>
      </dsp:txBody>
      <dsp:txXfrm>
        <a:off x="7533897" y="959774"/>
        <a:ext cx="656231" cy="656231"/>
      </dsp:txXfrm>
    </dsp:sp>
    <dsp:sp modelId="{D7101C3C-A25D-40B2-9025-B46E246348A0}">
      <dsp:nvSpPr>
        <dsp:cNvPr id="0" name=""/>
        <dsp:cNvSpPr/>
      </dsp:nvSpPr>
      <dsp:spPr>
        <a:xfrm>
          <a:off x="6836715" y="1917516"/>
          <a:ext cx="205059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753" tIns="165100" rIns="161753" bIns="16510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/>
            <a:t>Compare both materials</a:t>
          </a:r>
        </a:p>
      </dsp:txBody>
      <dsp:txXfrm>
        <a:off x="6836715" y="2310636"/>
        <a:ext cx="2050597" cy="1572480"/>
      </dsp:txXfrm>
    </dsp:sp>
    <dsp:sp modelId="{95786386-1985-4A73-9679-03531F9A30EC}">
      <dsp:nvSpPr>
        <dsp:cNvPr id="0" name=""/>
        <dsp:cNvSpPr/>
      </dsp:nvSpPr>
      <dsp:spPr>
        <a:xfrm>
          <a:off x="9115156" y="1287854"/>
          <a:ext cx="1025298" cy="72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5875AE-C1A5-4B8D-9C78-C4649CC77FE6}">
      <dsp:nvSpPr>
        <dsp:cNvPr id="0" name=""/>
        <dsp:cNvSpPr/>
      </dsp:nvSpPr>
      <dsp:spPr>
        <a:xfrm>
          <a:off x="9676429" y="823864"/>
          <a:ext cx="928051" cy="928051"/>
        </a:xfrm>
        <a:prstGeom prst="ellipse">
          <a:avLst/>
        </a:prstGeom>
        <a:solidFill>
          <a:srgbClr val="E9713B"/>
        </a:solidFill>
        <a:ln w="19050" cap="flat" cmpd="sng" algn="ctr">
          <a:solidFill>
            <a:srgbClr val="E9713B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014" tIns="36014" rIns="36014" bIns="36014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5</a:t>
          </a:r>
        </a:p>
      </dsp:txBody>
      <dsp:txXfrm>
        <a:off x="9812339" y="959774"/>
        <a:ext cx="656231" cy="656231"/>
      </dsp:txXfrm>
    </dsp:sp>
    <dsp:sp modelId="{D5D530FB-BE22-4FC2-88DC-3822B6002E11}">
      <dsp:nvSpPr>
        <dsp:cNvPr id="0" name=""/>
        <dsp:cNvSpPr/>
      </dsp:nvSpPr>
      <dsp:spPr>
        <a:xfrm>
          <a:off x="9115156" y="1917516"/>
          <a:ext cx="2050597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753" tIns="165100" rIns="161753" bIns="16510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noProof="0"/>
            <a:t>Final Discussion</a:t>
          </a:r>
        </a:p>
      </dsp:txBody>
      <dsp:txXfrm>
        <a:off x="9115156" y="2310636"/>
        <a:ext cx="2050597" cy="1572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DAF0B5-2A7F-47AB-9CAE-828EECF72433}" type="datetimeFigureOut">
              <a:rPr lang="en-GB" smtClean="0"/>
              <a:t>28/11/2024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7ECF1-0D63-445D-ACFD-321E32F389A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5698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noProof="0"/>
              <a:t>1-2 min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noProof="0"/>
              <a:t>Motivation and Goal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noProof="0"/>
              <a:t>System boundary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GB" noProof="0"/>
              <a:t>Data collection: what (Energy usage and CO2 emissions) and how (reports, tools (Gabi,…)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GB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7ECF1-0D63-445D-ACFD-321E32F389A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7344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de-DE" err="1"/>
              <a:t>as</a:t>
            </a:r>
            <a:r>
              <a:rPr lang="de-DE"/>
              <a:t> </a:t>
            </a:r>
            <a:r>
              <a:rPr lang="de-DE" err="1"/>
              <a:t>bikes</a:t>
            </a:r>
            <a:r>
              <a:rPr lang="de-DE"/>
              <a:t> </a:t>
            </a:r>
            <a:r>
              <a:rPr lang="de-DE" err="1"/>
              <a:t>may</a:t>
            </a:r>
            <a:r>
              <a:rPr lang="de-DE"/>
              <a:t> </a:t>
            </a:r>
            <a:r>
              <a:rPr lang="de-DE" err="1"/>
              <a:t>travel</a:t>
            </a:r>
            <a:r>
              <a:rPr lang="de-DE"/>
              <a:t> </a:t>
            </a:r>
            <a:r>
              <a:rPr lang="de-DE" err="1"/>
              <a:t>varying</a:t>
            </a:r>
            <a:r>
              <a:rPr lang="de-DE"/>
              <a:t> </a:t>
            </a:r>
            <a:r>
              <a:rPr lang="de-DE" err="1"/>
              <a:t>distances</a:t>
            </a:r>
            <a:r>
              <a:rPr lang="de-DE"/>
              <a:t> </a:t>
            </a:r>
            <a:r>
              <a:rPr lang="de-DE" err="1"/>
              <a:t>based</a:t>
            </a:r>
            <a:r>
              <a:rPr lang="de-DE"/>
              <a:t> on </a:t>
            </a:r>
            <a:r>
              <a:rPr lang="de-DE" err="1"/>
              <a:t>local</a:t>
            </a:r>
            <a:r>
              <a:rPr lang="de-DE"/>
              <a:t> </a:t>
            </a:r>
            <a:r>
              <a:rPr lang="de-DE" err="1"/>
              <a:t>recycling</a:t>
            </a:r>
            <a:r>
              <a:rPr lang="de-DE"/>
              <a:t> </a:t>
            </a:r>
            <a:r>
              <a:rPr lang="de-DE" err="1"/>
              <a:t>infrastructures</a:t>
            </a:r>
            <a:r>
              <a:rPr lang="de-DE"/>
              <a:t>, </a:t>
            </a:r>
            <a:r>
              <a:rPr lang="de-DE" err="1"/>
              <a:t>collection</a:t>
            </a:r>
            <a:r>
              <a:rPr lang="de-DE"/>
              <a:t> </a:t>
            </a:r>
            <a:r>
              <a:rPr lang="de-DE" err="1"/>
              <a:t>methods</a:t>
            </a:r>
            <a:r>
              <a:rPr lang="de-DE"/>
              <a:t>, and </a:t>
            </a:r>
            <a:r>
              <a:rPr lang="de-DE" err="1"/>
              <a:t>market</a:t>
            </a:r>
            <a:r>
              <a:rPr lang="de-DE"/>
              <a:t> </a:t>
            </a:r>
            <a:r>
              <a:rPr lang="de-DE" err="1"/>
              <a:t>demands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recycled</a:t>
            </a:r>
            <a:r>
              <a:rPr lang="de-DE"/>
              <a:t> </a:t>
            </a:r>
            <a:r>
              <a:rPr lang="de-DE" err="1"/>
              <a:t>materials</a:t>
            </a:r>
            <a:endParaRPr lang="de-DE"/>
          </a:p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7ECF1-0D63-445D-ACFD-321E32F389A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345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Max. 3 </a:t>
            </a:r>
            <a:r>
              <a:rPr lang="de-DE" err="1"/>
              <a:t>minutes</a:t>
            </a:r>
            <a:r>
              <a:rPr lang="de-DE"/>
              <a:t>!</a:t>
            </a:r>
            <a:endParaRPr lang="en-GB"/>
          </a:p>
          <a:p>
            <a:pPr marL="171450" indent="-171450">
              <a:buFontTx/>
              <a:buChar char="-"/>
            </a:pPr>
            <a:r>
              <a:rPr lang="en-GB"/>
              <a:t>Flowchart production</a:t>
            </a:r>
          </a:p>
          <a:p>
            <a:pPr marL="171450" indent="-171450">
              <a:buFontTx/>
              <a:buChar char="-"/>
            </a:pPr>
            <a:r>
              <a:rPr lang="en-GB"/>
              <a:t>Flowchart transportation</a:t>
            </a:r>
          </a:p>
          <a:p>
            <a:pPr marL="171450" indent="-171450">
              <a:buFontTx/>
              <a:buChar char="-"/>
            </a:pPr>
            <a:r>
              <a:rPr lang="en-GB"/>
              <a:t>Table with Energy consumption and CO2 emissions</a:t>
            </a:r>
          </a:p>
          <a:p>
            <a:pPr marL="171450" indent="-171450">
              <a:buFontTx/>
              <a:buChar char="-"/>
            </a:pPr>
            <a:r>
              <a:rPr lang="en-GB"/>
              <a:t>Different </a:t>
            </a:r>
            <a:r>
              <a:rPr lang="en-GB" err="1"/>
              <a:t>EoL</a:t>
            </a:r>
            <a:r>
              <a:rPr lang="en-GB"/>
              <a:t> recycling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7ECF1-0D63-445D-ACFD-321E32F389A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97694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1-2 </a:t>
            </a:r>
            <a:r>
              <a:rPr lang="de-DE" err="1"/>
              <a:t>minutes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7ECF1-0D63-445D-ACFD-321E32F389A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7843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3B337C2F-F4B9-764C-45E5-86A1306E1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176" y="5338644"/>
            <a:ext cx="12202176" cy="1519355"/>
            <a:chOff x="-10176" y="5338644"/>
            <a:chExt cx="12202176" cy="1519355"/>
          </a:xfrm>
        </p:grpSpPr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DE1E11FF-4A87-A65F-DAEC-E20057A3F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5331238" y="-2767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1719AAC3-64F6-CEDF-0B56-5C0C6BD3C6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8906919" y="3566802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BA0DE637-E8FB-63A7-A5E2-E28DBE1A4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V="1">
              <a:off x="3921534" y="1406934"/>
              <a:ext cx="1519355" cy="9382775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569" y="5641332"/>
            <a:ext cx="6850488" cy="913975"/>
          </a:xfrm>
        </p:spPr>
        <p:txBody>
          <a:bodyPr anchor="ctr">
            <a:noAutofit/>
          </a:bodyPr>
          <a:lstStyle/>
          <a:p>
            <a:pPr algn="l"/>
            <a:r>
              <a:rPr lang="en-GB" sz="3600" b="1" i="0" u="none" strike="noStrike">
                <a:solidFill>
                  <a:schemeClr val="bg1"/>
                </a:solidFill>
                <a:effectLst/>
              </a:rPr>
              <a:t>Comparative Life Cycle Assessment of Aluminium and Carbon Fiber Bike Frames</a:t>
            </a:r>
            <a:endParaRPr lang="en-GB" sz="4800" b="1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46059" y="5518133"/>
            <a:ext cx="4143283" cy="1160371"/>
          </a:xfrm>
        </p:spPr>
        <p:txBody>
          <a:bodyPr anchor="ctr">
            <a:normAutofit fontScale="25000" lnSpcReduction="20000"/>
          </a:bodyPr>
          <a:lstStyle/>
          <a:p>
            <a:pPr algn="l" rtl="0" fontAlgn="base">
              <a:lnSpc>
                <a:spcPct val="120000"/>
              </a:lnSpc>
              <a:spcBef>
                <a:spcPts val="0"/>
              </a:spcBef>
            </a:pPr>
            <a:r>
              <a:rPr lang="en-US" sz="9600" b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Lazy Caffeine Addicts:</a:t>
            </a:r>
          </a:p>
          <a:p>
            <a:pPr algn="l" rtl="0" fontAlgn="base">
              <a:lnSpc>
                <a:spcPct val="120000"/>
              </a:lnSpc>
              <a:spcBef>
                <a:spcPts val="0"/>
              </a:spcBef>
            </a:pPr>
            <a:r>
              <a:rPr lang="en-US" sz="7200" b="0" i="0" u="none" strike="noStrike">
                <a:solidFill>
                  <a:srgbClr val="000000"/>
                </a:solidFill>
                <a:effectLst/>
                <a:latin typeface="+mj-lt"/>
                <a:cs typeface="Arial"/>
              </a:rPr>
              <a:t>Aanand Nataraj Satheesh Manimala</a:t>
            </a:r>
            <a:endParaRPr lang="en-US" sz="7200" b="0" i="0">
              <a:solidFill>
                <a:srgbClr val="000000"/>
              </a:solidFill>
              <a:effectLst/>
              <a:latin typeface="+mj-lt"/>
              <a:cs typeface="Arial"/>
            </a:endParaRPr>
          </a:p>
          <a:p>
            <a:pPr algn="l" rtl="0" fontAlgn="base">
              <a:lnSpc>
                <a:spcPct val="120000"/>
              </a:lnSpc>
              <a:spcBef>
                <a:spcPts val="0"/>
              </a:spcBef>
            </a:pPr>
            <a:r>
              <a:rPr lang="en-US" sz="7200" b="0" i="0" u="none" strike="noStrike">
                <a:solidFill>
                  <a:srgbClr val="000000"/>
                </a:solidFill>
                <a:effectLst/>
                <a:latin typeface="+mj-lt"/>
                <a:cs typeface="Arial"/>
              </a:rPr>
              <a:t>Alessandro Gorla</a:t>
            </a:r>
            <a:endParaRPr lang="en-US" sz="7200" b="0" i="0">
              <a:solidFill>
                <a:srgbClr val="000000"/>
              </a:solidFill>
              <a:effectLst/>
              <a:latin typeface="+mj-lt"/>
              <a:cs typeface="Arial"/>
            </a:endParaRPr>
          </a:p>
          <a:p>
            <a:pPr algn="l" rtl="0" fontAlgn="base">
              <a:lnSpc>
                <a:spcPct val="120000"/>
              </a:lnSpc>
              <a:spcBef>
                <a:spcPts val="0"/>
              </a:spcBef>
            </a:pPr>
            <a:r>
              <a:rPr lang="en-US" sz="7200" b="0" i="0" u="none" strike="noStrike">
                <a:solidFill>
                  <a:srgbClr val="000000"/>
                </a:solidFill>
                <a:effectLst/>
                <a:latin typeface="+mj-lt"/>
                <a:cs typeface="Arial"/>
              </a:rPr>
              <a:t>Áron Zsombor </a:t>
            </a:r>
            <a:r>
              <a:rPr lang="en-US" sz="7200" b="0" i="0" u="none" strike="noStrike" err="1">
                <a:solidFill>
                  <a:srgbClr val="000000"/>
                </a:solidFill>
                <a:effectLst/>
                <a:latin typeface="+mj-lt"/>
                <a:cs typeface="Arial"/>
              </a:rPr>
              <a:t>Sebó</a:t>
            </a:r>
            <a:endParaRPr lang="en-US" sz="7200" b="0" i="0" err="1">
              <a:solidFill>
                <a:srgbClr val="000000"/>
              </a:solidFill>
              <a:effectLst/>
              <a:latin typeface="+mj-lt"/>
              <a:cs typeface="Arial"/>
            </a:endParaRPr>
          </a:p>
          <a:p>
            <a:pPr algn="l" rtl="0" fontAlgn="base">
              <a:lnSpc>
                <a:spcPct val="120000"/>
              </a:lnSpc>
              <a:spcBef>
                <a:spcPts val="0"/>
              </a:spcBef>
            </a:pPr>
            <a:r>
              <a:rPr lang="en-US" sz="7200" b="0" i="0" u="none" strike="noStrike">
                <a:solidFill>
                  <a:srgbClr val="000000"/>
                </a:solidFill>
                <a:effectLst/>
                <a:latin typeface="+mj-lt"/>
                <a:cs typeface="Arial" panose="020B0604020202020204" pitchFamily="34" charset="0"/>
              </a:rPr>
              <a:t>Malte Pelle Rietdorf</a:t>
            </a:r>
            <a:endParaRPr lang="en-US" sz="7200" b="0" i="0">
              <a:solidFill>
                <a:srgbClr val="000000"/>
              </a:solidFill>
              <a:effectLst/>
              <a:latin typeface="+mj-lt"/>
              <a:cs typeface="Arial" panose="020B0604020202020204" pitchFamily="34" charset="0"/>
            </a:endParaRPr>
          </a:p>
        </p:txBody>
      </p:sp>
      <p:pic>
        <p:nvPicPr>
          <p:cNvPr id="1026" name="Picture 2" descr="A red bicycle frame with white text&#10;&#10;Description automatically generated">
            <a:extLst>
              <a:ext uri="{FF2B5EF4-FFF2-40B4-BE49-F238E27FC236}">
                <a16:creationId xmlns:a16="http://schemas.microsoft.com/office/drawing/2014/main" id="{16A7F830-19FE-4C46-EB56-07FB27C24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5177" y="906091"/>
            <a:ext cx="5082847" cy="3608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A red and black bicycle frame&#10;&#10;Description automatically generated">
            <a:extLst>
              <a:ext uri="{FF2B5EF4-FFF2-40B4-BE49-F238E27FC236}">
                <a16:creationId xmlns:a16="http://schemas.microsoft.com/office/drawing/2014/main" id="{7198723E-E423-0E70-3EBF-F393D2D7A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34184" y="876300"/>
            <a:ext cx="3944520" cy="3668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25266C-8782-7A6D-3C7F-154C81EFF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707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292792-2C5C-0BEE-2A35-41F8DD3A2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76"/>
            <a:ext cx="11516497" cy="703405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chemeClr val="bg1"/>
                </a:solidFill>
              </a:rPr>
              <a:t>Background and Methodology</a:t>
            </a:r>
            <a:r>
              <a:rPr lang="en-GB" sz="4000"/>
              <a:t> </a:t>
            </a:r>
          </a:p>
        </p:txBody>
      </p:sp>
      <p:pic>
        <p:nvPicPr>
          <p:cNvPr id="5" name="Picture 4" descr="A diagram of a diagram&#10;&#10;Description automatically generated">
            <a:extLst>
              <a:ext uri="{FF2B5EF4-FFF2-40B4-BE49-F238E27FC236}">
                <a16:creationId xmlns:a16="http://schemas.microsoft.com/office/drawing/2014/main" id="{109F4002-DD69-C816-2984-CE4B7A9F38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96" y="2806632"/>
            <a:ext cx="11814990" cy="3999287"/>
          </a:xfrm>
          <a:prstGeom prst="rect">
            <a:avLst/>
          </a:prstGeom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ACF8A4DF-B44B-B487-6828-545D681EF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5" y="33147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162ADE2-FA77-2767-44DF-2667E45B1F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581174"/>
              </p:ext>
            </p:extLst>
          </p:nvPr>
        </p:nvGraphicFramePr>
        <p:xfrm>
          <a:off x="7800386" y="1037988"/>
          <a:ext cx="4030980" cy="1372743"/>
        </p:xfrm>
        <a:graphic>
          <a:graphicData uri="http://schemas.openxmlformats.org/drawingml/2006/table">
            <a:tbl>
              <a:tblPr/>
              <a:tblGrid>
                <a:gridCol w="1988820">
                  <a:extLst>
                    <a:ext uri="{9D8B030D-6E8A-4147-A177-3AD203B41FA5}">
                      <a16:colId xmlns:a16="http://schemas.microsoft.com/office/drawing/2014/main" val="3604467063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3634269969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Specialized-</a:t>
                      </a:r>
                      <a:r>
                        <a:rPr lang="en-US" sz="1800" b="1" i="0" err="1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Allez</a:t>
                      </a: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 Sprint​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6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Specialized-Tarmac SL7​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8422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Aluminum​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Carbon Fiber​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27282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2.35kg​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0.8kg​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792358"/>
                  </a:ext>
                </a:extLst>
              </a:tr>
            </a:tbl>
          </a:graphicData>
        </a:graphic>
      </p:graphicFrame>
      <p:sp>
        <p:nvSpPr>
          <p:cNvPr id="13" name="Rectangle 2">
            <a:extLst>
              <a:ext uri="{FF2B5EF4-FFF2-40B4-BE49-F238E27FC236}">
                <a16:creationId xmlns:a16="http://schemas.microsoft.com/office/drawing/2014/main" id="{AC9F9436-7277-A031-89CE-0858196BC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9875" y="33147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9675B4-AF7D-86C0-1FBA-0289AE477404}"/>
              </a:ext>
            </a:extLst>
          </p:cNvPr>
          <p:cNvSpPr txBox="1"/>
          <p:nvPr/>
        </p:nvSpPr>
        <p:spPr>
          <a:xfrm>
            <a:off x="331964" y="1028010"/>
            <a:ext cx="749582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/>
              <a:t>Goal: Find frame with least amount of environmental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/>
              <a:t>Comparison of Energy usage and CO2 emissions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/>
              <a:t>Data: from Reports, and Tools (Gabi…)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/>
              <a:t>System boundaries:</a:t>
            </a: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B8689E-D56C-47B9-E05D-E44F5D3F8240}"/>
              </a:ext>
            </a:extLst>
          </p:cNvPr>
          <p:cNvSpPr txBox="1"/>
          <p:nvPr/>
        </p:nvSpPr>
        <p:spPr>
          <a:xfrm>
            <a:off x="9883419" y="0"/>
            <a:ext cx="2308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Lazy Caffeine Addicts</a:t>
            </a:r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D4180A-9534-EAF4-DA15-FEDAD47F2D5D}"/>
              </a:ext>
            </a:extLst>
          </p:cNvPr>
          <p:cNvSpPr/>
          <p:nvPr/>
        </p:nvSpPr>
        <p:spPr>
          <a:xfrm>
            <a:off x="72884" y="806264"/>
            <a:ext cx="12024360" cy="18244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 descr="A diagram of a diagram&#10;&#10;Description automatically generated">
            <a:extLst>
              <a:ext uri="{FF2B5EF4-FFF2-40B4-BE49-F238E27FC236}">
                <a16:creationId xmlns:a16="http://schemas.microsoft.com/office/drawing/2014/main" id="{1E7CF23A-6970-6D18-82D3-B32BA2DE99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744" b="30627"/>
          <a:stretch/>
        </p:blipFill>
        <p:spPr>
          <a:xfrm>
            <a:off x="1040943" y="1028010"/>
            <a:ext cx="10110113" cy="5618326"/>
          </a:xfrm>
          <a:prstGeom prst="rect">
            <a:avLst/>
          </a:prstGeom>
        </p:spPr>
      </p:pic>
      <p:pic>
        <p:nvPicPr>
          <p:cNvPr id="17" name="Picture 16" descr="A diagram of a diagram&#10;&#10;Description automatically generated">
            <a:extLst>
              <a:ext uri="{FF2B5EF4-FFF2-40B4-BE49-F238E27FC236}">
                <a16:creationId xmlns:a16="http://schemas.microsoft.com/office/drawing/2014/main" id="{F84B66FD-B430-375C-07FA-690AE812B7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05" r="45371" b="31528"/>
          <a:stretch/>
        </p:blipFill>
        <p:spPr>
          <a:xfrm>
            <a:off x="4477116" y="806263"/>
            <a:ext cx="3157608" cy="5890798"/>
          </a:xfrm>
          <a:prstGeom prst="rect">
            <a:avLst/>
          </a:prstGeom>
        </p:spPr>
      </p:pic>
      <p:pic>
        <p:nvPicPr>
          <p:cNvPr id="18" name="Picture 17" descr="A diagram of a diagram&#10;&#10;Description automatically generated">
            <a:extLst>
              <a:ext uri="{FF2B5EF4-FFF2-40B4-BE49-F238E27FC236}">
                <a16:creationId xmlns:a16="http://schemas.microsoft.com/office/drawing/2014/main" id="{432A8296-E97C-B6CA-CC54-4498178D95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81"/>
          <a:stretch/>
        </p:blipFill>
        <p:spPr>
          <a:xfrm>
            <a:off x="2196897" y="885695"/>
            <a:ext cx="7707988" cy="573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96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88AE341-C236-8B39-67D5-92697021A496}"/>
              </a:ext>
            </a:extLst>
          </p:cNvPr>
          <p:cNvSpPr txBox="1"/>
          <p:nvPr/>
        </p:nvSpPr>
        <p:spPr>
          <a:xfrm>
            <a:off x="206337" y="4956870"/>
            <a:ext cx="11663418" cy="467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en-US">
                <a:ea typeface="+mn-lt"/>
                <a:cs typeface="+mn-lt"/>
              </a:rPr>
              <a:t>CO2 eq emission displaced by recycling aluminum </a:t>
            </a:r>
            <a:r>
              <a:rPr lang="en-US"/>
              <a:t>will be considered.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D604FE2-2DC6-AB8B-41F3-98DBFB0FF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985003"/>
              </p:ext>
            </p:extLst>
          </p:nvPr>
        </p:nvGraphicFramePr>
        <p:xfrm>
          <a:off x="180813" y="4145796"/>
          <a:ext cx="11694865" cy="2667345"/>
        </p:xfrm>
        <a:graphic>
          <a:graphicData uri="http://schemas.openxmlformats.org/drawingml/2006/table">
            <a:tbl>
              <a:tblPr/>
              <a:tblGrid>
                <a:gridCol w="5247614">
                  <a:extLst>
                    <a:ext uri="{9D8B030D-6E8A-4147-A177-3AD203B41FA5}">
                      <a16:colId xmlns:a16="http://schemas.microsoft.com/office/drawing/2014/main" val="1030067589"/>
                    </a:ext>
                  </a:extLst>
                </a:gridCol>
                <a:gridCol w="2903953">
                  <a:extLst>
                    <a:ext uri="{9D8B030D-6E8A-4147-A177-3AD203B41FA5}">
                      <a16:colId xmlns:a16="http://schemas.microsoft.com/office/drawing/2014/main" val="3683993739"/>
                    </a:ext>
                  </a:extLst>
                </a:gridCol>
                <a:gridCol w="323849">
                  <a:extLst>
                    <a:ext uri="{9D8B030D-6E8A-4147-A177-3AD203B41FA5}">
                      <a16:colId xmlns:a16="http://schemas.microsoft.com/office/drawing/2014/main" val="3029179734"/>
                    </a:ext>
                  </a:extLst>
                </a:gridCol>
                <a:gridCol w="3219449">
                  <a:extLst>
                    <a:ext uri="{9D8B030D-6E8A-4147-A177-3AD203B41FA5}">
                      <a16:colId xmlns:a16="http://schemas.microsoft.com/office/drawing/2014/main" val="2393427790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endParaRPr lang="en-US" sz="1800" b="1" i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6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Energy </a:t>
                      </a:r>
                      <a:r>
                        <a:rPr lang="en-US" sz="1800" b="0" i="0" u="none" strike="noStrike" noProof="0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Consumption​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67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1" i="0">
                          <a:solidFill>
                            <a:srgbClr val="FFFFFF"/>
                          </a:solidFill>
                          <a:effectLst/>
                        </a:rPr>
                        <a:t>CO2 Emissions</a:t>
                      </a: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67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22250">
                      <a:solidFill>
                        <a:srgbClr val="FFFFFF"/>
                      </a:solidFill>
                    </a:lnB>
                    <a:solidFill>
                      <a:srgbClr val="DB6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965681"/>
                  </a:ext>
                </a:extLst>
              </a:tr>
              <a:tr h="387457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Extrusion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​7.36 MJ/Kg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6.57  kg CO</a:t>
                      </a: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2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eq / ton</a:t>
                      </a:r>
                      <a:endParaRPr lang="en-US"/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endParaRPr lang="en-US"/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2225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235599"/>
                  </a:ext>
                </a:extLst>
              </a:tr>
              <a:tr h="368084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Tube Hydroforming</a:t>
                      </a: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75.6 MJ/Kg</a:t>
                      </a: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</a:rPr>
                        <a:t>Yet to collect / data unavailable</a:t>
                      </a: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endParaRPr lang="en-U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365374"/>
                  </a:ext>
                </a:extLst>
              </a:tr>
              <a:tr h="387457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Miter Cuts </a:t>
                      </a:r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178.5 KJ/Cut</a:t>
                      </a:r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BEBE8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</a:rPr>
                        <a:t>0.0426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 Kg CO</a:t>
                      </a: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2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eq / cut</a:t>
                      </a:r>
                      <a:endParaRPr lang="en-US" sz="1800" b="0" i="0" u="none" strike="noStrike" noProof="0" err="1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BEBE8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endParaRPr lang="en-US" sz="1800" b="0" i="0" u="none" strike="noStrike" noProof="0" err="1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756207"/>
                  </a:ext>
                </a:extLst>
              </a:tr>
              <a:tr h="387457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TIG Weld </a:t>
                      </a:r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38.3 MJ/</a:t>
                      </a:r>
                      <a:r>
                        <a:rPr lang="en-US" b="0" i="0" err="1">
                          <a:solidFill>
                            <a:srgbClr val="000000"/>
                          </a:solidFill>
                          <a:effectLst/>
                        </a:rPr>
                        <a:t>metre</a:t>
                      </a:r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BEBE8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2.44 Kg CO</a:t>
                      </a: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2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eq/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metre</a:t>
                      </a:r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BEBE8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endParaRPr lang="en-US" sz="1800" b="0" i="0" u="none" strike="noStrike" noProof="0" err="1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1331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T6 Heat treatment</a:t>
                      </a:r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BEBE8"/>
                    </a:solidFill>
                  </a:tcPr>
                </a:tc>
                <a:tc gridSpan="3"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Yet to collect / Data unavailable</a:t>
                      </a:r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7620">
                      <a:solidFill>
                        <a:srgbClr val="FFFFFF"/>
                      </a:solidFill>
                    </a:lnB>
                    <a:solidFill>
                      <a:srgbClr val="FBEB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BEBE8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040610"/>
                  </a:ext>
                </a:extLst>
              </a:tr>
              <a:tr h="406830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Painting</a:t>
                      </a:r>
                      <a:endParaRPr lang="en-US" b="0" i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BEBE8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~10 MJ / bike</a:t>
                      </a:r>
                      <a:endParaRPr lang="en-US"/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>
                      <a:solidFill>
                        <a:srgbClr val="FFFFFF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BEBE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~5 kgCO2 / bike</a:t>
                      </a:r>
                    </a:p>
                  </a:txBody>
                  <a:tcPr>
                    <a:lnL w="7620">
                      <a:solidFill>
                        <a:srgbClr val="FFFFFF"/>
                      </a:solidFill>
                    </a:lnL>
                    <a:lnR w="7620">
                      <a:solidFill>
                        <a:srgbClr val="FFFFFF"/>
                      </a:solidFill>
                    </a:lnR>
                    <a:lnT w="7620">
                      <a:solidFill>
                        <a:srgbClr val="FFFFFF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24027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DC48D47-A08D-EA57-7E0A-EC0DE9BC4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5341539"/>
              </p:ext>
            </p:extLst>
          </p:nvPr>
        </p:nvGraphicFramePr>
        <p:xfrm>
          <a:off x="811077" y="2877518"/>
          <a:ext cx="10028046" cy="1651700"/>
        </p:xfrm>
        <a:graphic>
          <a:graphicData uri="http://schemas.openxmlformats.org/drawingml/2006/table">
            <a:tbl>
              <a:tblPr/>
              <a:tblGrid>
                <a:gridCol w="4499623">
                  <a:extLst>
                    <a:ext uri="{9D8B030D-6E8A-4147-A177-3AD203B41FA5}">
                      <a16:colId xmlns:a16="http://schemas.microsoft.com/office/drawing/2014/main" val="1030067589"/>
                    </a:ext>
                  </a:extLst>
                </a:gridCol>
                <a:gridCol w="2490028">
                  <a:extLst>
                    <a:ext uri="{9D8B030D-6E8A-4147-A177-3AD203B41FA5}">
                      <a16:colId xmlns:a16="http://schemas.microsoft.com/office/drawing/2014/main" val="3683993739"/>
                    </a:ext>
                  </a:extLst>
                </a:gridCol>
                <a:gridCol w="3038395">
                  <a:extLst>
                    <a:ext uri="{9D8B030D-6E8A-4147-A177-3AD203B41FA5}">
                      <a16:colId xmlns:a16="http://schemas.microsoft.com/office/drawing/2014/main" val="3029179734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endParaRPr lang="en-US" sz="1800" b="1" i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6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Energy </a:t>
                      </a:r>
                      <a:r>
                        <a:rPr lang="en-US" sz="1800" b="0" i="0" u="none" strike="noStrike" noProof="0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Consumption​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6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1" i="0">
                          <a:solidFill>
                            <a:srgbClr val="FFFFFF"/>
                          </a:solidFill>
                          <a:effectLst/>
                        </a:rPr>
                        <a:t>CO2 Emissions</a:t>
                      </a: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965681"/>
                  </a:ext>
                </a:extLst>
              </a:tr>
              <a:tr h="63930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Cutting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​0.04 MJ / Cut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Yet to collect / Data unavailable</a:t>
                      </a: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2355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Recycling</a:t>
                      </a: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34 MJ/Kg</a:t>
                      </a: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Yet to collect / Data unavailable</a:t>
                      </a:r>
                      <a:endParaRPr lang="en-US" sz="1800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36537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B57B396-D535-3259-3A43-D581AD345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70708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CB294AB-AEE3-B5DE-BB8A-934F8B1B4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0515600" cy="707083"/>
          </a:xfrm>
        </p:spPr>
        <p:txBody>
          <a:bodyPr/>
          <a:lstStyle/>
          <a:p>
            <a:r>
              <a:rPr lang="en-GB" b="1">
                <a:solidFill>
                  <a:schemeClr val="bg1"/>
                </a:solidFill>
              </a:rPr>
              <a:t>LCA of Aluminium Bike Frame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2E739CD-26CE-D4F1-C9DE-4FEF74B05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406316"/>
              </p:ext>
            </p:extLst>
          </p:nvPr>
        </p:nvGraphicFramePr>
        <p:xfrm>
          <a:off x="994474" y="4533254"/>
          <a:ext cx="10396331" cy="1369365"/>
        </p:xfrm>
        <a:graphic>
          <a:graphicData uri="http://schemas.openxmlformats.org/drawingml/2006/table">
            <a:tbl>
              <a:tblPr/>
              <a:tblGrid>
                <a:gridCol w="4664874">
                  <a:extLst>
                    <a:ext uri="{9D8B030D-6E8A-4147-A177-3AD203B41FA5}">
                      <a16:colId xmlns:a16="http://schemas.microsoft.com/office/drawing/2014/main" val="1030067589"/>
                    </a:ext>
                  </a:extLst>
                </a:gridCol>
                <a:gridCol w="2581476">
                  <a:extLst>
                    <a:ext uri="{9D8B030D-6E8A-4147-A177-3AD203B41FA5}">
                      <a16:colId xmlns:a16="http://schemas.microsoft.com/office/drawing/2014/main" val="3683993739"/>
                    </a:ext>
                  </a:extLst>
                </a:gridCol>
                <a:gridCol w="3149981">
                  <a:extLst>
                    <a:ext uri="{9D8B030D-6E8A-4147-A177-3AD203B41FA5}">
                      <a16:colId xmlns:a16="http://schemas.microsoft.com/office/drawing/2014/main" val="3029179734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1" i="0" err="1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Aluminium</a:t>
                      </a:r>
                      <a:endParaRPr lang="en-US" b="1" i="0" err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6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Energy </a:t>
                      </a:r>
                      <a:r>
                        <a:rPr lang="en-US" sz="1800" b="0" i="0" u="none" strike="noStrike" noProof="0">
                          <a:solidFill>
                            <a:srgbClr val="FFFFFF"/>
                          </a:solidFill>
                          <a:effectLst/>
                        </a:rPr>
                        <a:t> </a:t>
                      </a: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Consumption​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6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1" i="0">
                          <a:solidFill>
                            <a:srgbClr val="FFFFFF"/>
                          </a:solidFill>
                          <a:effectLst/>
                        </a:rPr>
                        <a:t>CO2 Emissions</a:t>
                      </a: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965681"/>
                  </a:ext>
                </a:extLst>
              </a:tr>
              <a:tr h="63930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Raw Material Extraction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​157207 MJ/ton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15947 kg CO</a:t>
                      </a: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2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eq / ton</a:t>
                      </a:r>
                      <a:endParaRPr lang="en-US"/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2355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Transportation</a:t>
                      </a: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0.209 MJ/ton/km</a:t>
                      </a: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32.8 CO</a:t>
                      </a:r>
                      <a:r>
                        <a:rPr lang="en-US" sz="1050" b="0" i="0">
                          <a:solidFill>
                            <a:srgbClr val="000000"/>
                          </a:solidFill>
                          <a:effectLst/>
                        </a:rPr>
                        <a:t>2 </a:t>
                      </a: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</a:rPr>
                        <a:t>eq/km/ton</a:t>
                      </a:r>
                    </a:p>
                  </a:txBody>
                  <a:tcPr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36537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F693A12-48A9-7AC3-1E41-1322674B4897}"/>
              </a:ext>
            </a:extLst>
          </p:cNvPr>
          <p:cNvSpPr txBox="1"/>
          <p:nvPr/>
        </p:nvSpPr>
        <p:spPr>
          <a:xfrm>
            <a:off x="9883419" y="0"/>
            <a:ext cx="2308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Lazy Caffeine Addicts</a:t>
            </a:r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318401-FA6C-7970-EAA2-DCE10B19CA70}"/>
              </a:ext>
            </a:extLst>
          </p:cNvPr>
          <p:cNvSpPr txBox="1"/>
          <p:nvPr/>
        </p:nvSpPr>
        <p:spPr>
          <a:xfrm>
            <a:off x="256295" y="2483565"/>
            <a:ext cx="11612518" cy="24468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b="1"/>
              <a:t>Considerations:</a:t>
            </a:r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en-US"/>
              <a:t>Bike frame made with Virgin </a:t>
            </a:r>
            <a:r>
              <a:rPr lang="en-US" err="1"/>
              <a:t>Aluminium</a:t>
            </a:r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en-US" err="1"/>
              <a:t>Aluminium</a:t>
            </a:r>
            <a:r>
              <a:rPr lang="en-US"/>
              <a:t> Ingots are produced in China and transported to Europe through ocean(13000 kms)</a:t>
            </a:r>
            <a:endParaRPr lang="en-US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en-US">
                <a:ea typeface="+mn-lt"/>
                <a:cs typeface="+mn-lt"/>
              </a:rPr>
              <a:t>Transportation from the shipyard to the factory in Germany is also modelled through rail transportation (630 kms)</a:t>
            </a:r>
            <a:endParaRPr lang="en-US"/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62FBCA-6D7D-6EA7-B08D-ABF3ED957703}"/>
              </a:ext>
            </a:extLst>
          </p:cNvPr>
          <p:cNvSpPr txBox="1"/>
          <p:nvPr/>
        </p:nvSpPr>
        <p:spPr>
          <a:xfrm>
            <a:off x="112191" y="704749"/>
            <a:ext cx="439914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Raw-Material Extraction phase</a:t>
            </a:r>
            <a:endParaRPr lang="en-US" sz="2000">
              <a:ea typeface="+mn-lt"/>
              <a:cs typeface="+mn-lt"/>
            </a:endParaRPr>
          </a:p>
        </p:txBody>
      </p:sp>
      <p:pic>
        <p:nvPicPr>
          <p:cNvPr id="6" name="Picture 5" descr="A diagram of a block&#10;&#10;Description automatically generated">
            <a:extLst>
              <a:ext uri="{FF2B5EF4-FFF2-40B4-BE49-F238E27FC236}">
                <a16:creationId xmlns:a16="http://schemas.microsoft.com/office/drawing/2014/main" id="{5389B2BF-CB61-5A24-EF70-411E0F83B1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0549" y="1361946"/>
            <a:ext cx="9007905" cy="1370470"/>
          </a:xfrm>
          <a:prstGeom prst="rect">
            <a:avLst/>
          </a:prstGeom>
        </p:spPr>
      </p:pic>
      <p:pic>
        <p:nvPicPr>
          <p:cNvPr id="15" name="Picture 14" descr="A white rectangle with black text&#10;&#10;Description automatically generated">
            <a:extLst>
              <a:ext uri="{FF2B5EF4-FFF2-40B4-BE49-F238E27FC236}">
                <a16:creationId xmlns:a16="http://schemas.microsoft.com/office/drawing/2014/main" id="{1564E8E7-8783-6C7E-63A3-F9FE9BFD1C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37" y="907396"/>
            <a:ext cx="11081288" cy="106530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141404-4D71-A6DE-966A-14F48CDC4A00}"/>
              </a:ext>
            </a:extLst>
          </p:cNvPr>
          <p:cNvSpPr txBox="1"/>
          <p:nvPr/>
        </p:nvSpPr>
        <p:spPr>
          <a:xfrm>
            <a:off x="115992" y="1716270"/>
            <a:ext cx="11835093" cy="29350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/>
              <a:t>Considerations</a:t>
            </a:r>
            <a:endParaRPr lang="en-US"/>
          </a:p>
          <a:p>
            <a:pPr marL="285750" indent="-285750" algn="just">
              <a:lnSpc>
                <a:spcPct val="150000"/>
              </a:lnSpc>
              <a:buFont typeface="Calibri"/>
              <a:buChar char="-"/>
            </a:pPr>
            <a:r>
              <a:rPr lang="en-US"/>
              <a:t>Total Wastage from Manufacturing operations is considered as 10% of the input material for producing one bike </a:t>
            </a:r>
          </a:p>
          <a:p>
            <a:pPr marL="742950" lvl="1" indent="-285750" algn="just">
              <a:lnSpc>
                <a:spcPct val="150000"/>
              </a:lnSpc>
              <a:buFont typeface="Calibri"/>
              <a:buChar char="-"/>
            </a:pPr>
            <a:r>
              <a:rPr lang="en-US"/>
              <a:t>Weight of the end product- 2.35 Kg.                                   Input material considering wastage- 2.6 Kg </a:t>
            </a:r>
          </a:p>
          <a:p>
            <a:pPr marL="285750" lvl="1" indent="-285750" algn="just">
              <a:lnSpc>
                <a:spcPct val="150000"/>
              </a:lnSpc>
              <a:buFont typeface="Calibri"/>
              <a:buChar char="-"/>
            </a:pPr>
            <a:r>
              <a:rPr lang="en-US"/>
              <a:t>Total number of Miter cuts after hydroforming tubes = 16 for each bike frame</a:t>
            </a:r>
          </a:p>
          <a:p>
            <a:pPr marL="285750" lvl="1" indent="-285750" algn="just">
              <a:lnSpc>
                <a:spcPct val="150000"/>
              </a:lnSpc>
              <a:buFont typeface="Calibri"/>
              <a:buChar char="-"/>
            </a:pPr>
            <a:r>
              <a:rPr lang="en-US"/>
              <a:t>Total number of Welded joints = 11 for each frame </a:t>
            </a:r>
          </a:p>
          <a:p>
            <a:pPr marL="742950" lvl="2" indent="-285750" algn="just">
              <a:lnSpc>
                <a:spcPct val="150000"/>
              </a:lnSpc>
              <a:buFont typeface="Calibri"/>
              <a:buChar char="-"/>
            </a:pPr>
            <a:r>
              <a:rPr lang="en-US"/>
              <a:t>Average tube diameter= 50 mm                                            total weld length=1.7 m</a:t>
            </a:r>
          </a:p>
          <a:p>
            <a:pPr marL="285750" lvl="2" indent="-285750" algn="just">
              <a:lnSpc>
                <a:spcPct val="150000"/>
              </a:lnSpc>
              <a:buFont typeface="Calibri"/>
              <a:buChar char="-"/>
            </a:pP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0601AA-338A-FC03-122E-D08C7C8701AC}"/>
              </a:ext>
            </a:extLst>
          </p:cNvPr>
          <p:cNvSpPr txBox="1"/>
          <p:nvPr/>
        </p:nvSpPr>
        <p:spPr>
          <a:xfrm>
            <a:off x="6283" y="709846"/>
            <a:ext cx="404678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Manufacturing phase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AFD653-989E-FA6B-A524-D3DC04987AD6}"/>
              </a:ext>
            </a:extLst>
          </p:cNvPr>
          <p:cNvSpPr txBox="1"/>
          <p:nvPr/>
        </p:nvSpPr>
        <p:spPr>
          <a:xfrm>
            <a:off x="186685" y="722391"/>
            <a:ext cx="11254462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Recycling Phase</a:t>
            </a:r>
          </a:p>
          <a:p>
            <a:endParaRPr lang="en-US" sz="2400" b="1"/>
          </a:p>
          <a:p>
            <a:pPr marL="342900" indent="-342900">
              <a:buFont typeface="Calibri"/>
              <a:buChar char="-"/>
            </a:pPr>
            <a:r>
              <a:rPr lang="en-US" sz="2400"/>
              <a:t>Frames are cut to reduce size  for easy handling for recycling, this energy is considered.</a:t>
            </a:r>
          </a:p>
          <a:p>
            <a:pPr marL="342900" indent="-342900">
              <a:buFont typeface="Calibri"/>
              <a:buChar char="-"/>
            </a:pPr>
            <a:r>
              <a:rPr lang="en-US" sz="2400"/>
              <a:t>Transportation is ignored due to high complexity of logistics.</a:t>
            </a:r>
          </a:p>
        </p:txBody>
      </p:sp>
    </p:spTree>
    <p:extLst>
      <p:ext uri="{BB962C8B-B14F-4D97-AF65-F5344CB8AC3E}">
        <p14:creationId xmlns:p14="http://schemas.microsoft.com/office/powerpoint/2010/main" val="535055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3" grpId="0"/>
      <p:bldP spid="3" grpId="1"/>
      <p:bldP spid="5" grpId="0"/>
      <p:bldP spid="5" grpId="1"/>
      <p:bldP spid="16" grpId="0"/>
      <p:bldP spid="16" grpId="1"/>
      <p:bldP spid="2" grpId="0"/>
      <p:bldP spid="2" grpId="1"/>
      <p:bldP spid="19" grpId="0"/>
      <p:bldP spid="1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white rectangular objects with black text&#10;&#10;Description automatically generated">
            <a:extLst>
              <a:ext uri="{FF2B5EF4-FFF2-40B4-BE49-F238E27FC236}">
                <a16:creationId xmlns:a16="http://schemas.microsoft.com/office/drawing/2014/main" id="{B03C03A6-6978-7227-ABE2-3D044E6E3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" r="14376" b="62745"/>
          <a:stretch/>
        </p:blipFill>
        <p:spPr bwMode="auto">
          <a:xfrm>
            <a:off x="2252" y="1168765"/>
            <a:ext cx="12190549" cy="2085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660DF2-76AF-B9E0-D6D1-F7412C47F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12192000" cy="707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C3451D-DC8D-1F3D-FA5C-43D633EAC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07082"/>
          </a:xfrm>
        </p:spPr>
        <p:txBody>
          <a:bodyPr/>
          <a:lstStyle/>
          <a:p>
            <a:r>
              <a:rPr lang="en-GB" b="1">
                <a:solidFill>
                  <a:schemeClr val="bg1"/>
                </a:solidFill>
              </a:rPr>
              <a:t>LCA of Carbon Fiber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73CCCF0-34B4-DA8C-C55E-A2CA4CEAF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508241"/>
              </p:ext>
            </p:extLst>
          </p:nvPr>
        </p:nvGraphicFramePr>
        <p:xfrm>
          <a:off x="4494695" y="4108173"/>
          <a:ext cx="7705178" cy="2750440"/>
        </p:xfrm>
        <a:graphic>
          <a:graphicData uri="http://schemas.openxmlformats.org/drawingml/2006/table">
            <a:tbl>
              <a:tblPr/>
              <a:tblGrid>
                <a:gridCol w="2693789">
                  <a:extLst>
                    <a:ext uri="{9D8B030D-6E8A-4147-A177-3AD203B41FA5}">
                      <a16:colId xmlns:a16="http://schemas.microsoft.com/office/drawing/2014/main" val="1030067589"/>
                    </a:ext>
                  </a:extLst>
                </a:gridCol>
                <a:gridCol w="2420438">
                  <a:extLst>
                    <a:ext uri="{9D8B030D-6E8A-4147-A177-3AD203B41FA5}">
                      <a16:colId xmlns:a16="http://schemas.microsoft.com/office/drawing/2014/main" val="3683993739"/>
                    </a:ext>
                  </a:extLst>
                </a:gridCol>
                <a:gridCol w="2590951">
                  <a:extLst>
                    <a:ext uri="{9D8B030D-6E8A-4147-A177-3AD203B41FA5}">
                      <a16:colId xmlns:a16="http://schemas.microsoft.com/office/drawing/2014/main" val="3029179734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Carbon fiber</a:t>
                      </a:r>
                      <a:endParaRPr lang="en-US"/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6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Energy Consumption​</a:t>
                      </a:r>
                      <a:b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</a:b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(MJ/bike)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67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1" i="0">
                          <a:solidFill>
                            <a:srgbClr val="FFFFFF"/>
                          </a:solidFill>
                          <a:effectLst/>
                        </a:rPr>
                        <a:t>CO2 Emissions</a:t>
                      </a:r>
                    </a:p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b="1" i="0">
                          <a:solidFill>
                            <a:srgbClr val="FFFFFF"/>
                          </a:solidFill>
                          <a:effectLst/>
                        </a:rPr>
                        <a:t>(kgCO2 eq/bike)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9656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Raw Materials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​550.94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74.29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2355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Frame Production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46.75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6.53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8410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Transportation(s)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ts val="2175"/>
                        </a:lnSpc>
                      </a:pPr>
                      <a:r>
                        <a:rPr lang="en-US" sz="1800" b="0" i="0" kern="1200">
                          <a:solidFill>
                            <a:srgbClr val="000000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2.07</a:t>
                      </a:r>
                      <a:endParaRPr lang="en-US" sz="1800" b="0" i="0" kern="12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ase" latinLnBrk="0" hangingPunct="1">
                        <a:lnSpc>
                          <a:spcPts val="2175"/>
                        </a:lnSpc>
                      </a:pPr>
                      <a:r>
                        <a:rPr lang="en-US" sz="1800" b="0" i="0" kern="1200">
                          <a:solidFill>
                            <a:srgbClr val="000000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209.53</a:t>
                      </a:r>
                      <a:endParaRPr lang="en-US" sz="1800" b="0" i="0" kern="12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07224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End of Life (average of multiple scenarios)</a:t>
                      </a:r>
                      <a:endParaRPr lang="en-US"/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12.00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1.47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36537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</a:pPr>
                      <a:r>
                        <a:rPr lang="en-US" b="1" i="0">
                          <a:solidFill>
                            <a:srgbClr val="000000"/>
                          </a:solidFill>
                          <a:effectLst/>
                        </a:rPr>
                        <a:t>Total:</a:t>
                      </a:r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b="1" i="0">
                          <a:solidFill>
                            <a:srgbClr val="000000"/>
                          </a:solidFill>
                          <a:effectLst/>
                        </a:rPr>
                        <a:t>611.77</a:t>
                      </a:r>
                      <a:endParaRPr lang="en-US" b="1"/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b="1" i="0">
                          <a:solidFill>
                            <a:srgbClr val="000000"/>
                          </a:solidFill>
                          <a:effectLst/>
                        </a:rPr>
                        <a:t>291.83</a:t>
                      </a:r>
                      <a:endParaRPr lang="en-US" b="1"/>
                    </a:p>
                  </a:txBody>
                  <a:tcPr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06542"/>
                  </a:ext>
                </a:extLst>
              </a:tr>
            </a:tbl>
          </a:graphicData>
        </a:graphic>
      </p:graphicFrame>
      <p:pic>
        <p:nvPicPr>
          <p:cNvPr id="12" name="Picture 11" descr="A group of white rectangular objects with black text&#10;&#10;Description automatically generated">
            <a:extLst>
              <a:ext uri="{FF2B5EF4-FFF2-40B4-BE49-F238E27FC236}">
                <a16:creationId xmlns:a16="http://schemas.microsoft.com/office/drawing/2014/main" id="{61517BF8-D88D-D167-DC20-19110DA31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88" r="-379" b="-1303"/>
          <a:stretch/>
        </p:blipFill>
        <p:spPr bwMode="auto">
          <a:xfrm>
            <a:off x="57468" y="752046"/>
            <a:ext cx="12075719" cy="2927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E726DC-1FB6-C34C-1946-95A045D48E38}"/>
              </a:ext>
            </a:extLst>
          </p:cNvPr>
          <p:cNvSpPr txBox="1"/>
          <p:nvPr/>
        </p:nvSpPr>
        <p:spPr>
          <a:xfrm>
            <a:off x="146917" y="694240"/>
            <a:ext cx="11456967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800"/>
              <a:t>Frame made from CF prepreg</a:t>
            </a:r>
          </a:p>
          <a:p>
            <a:pPr marL="285750" indent="-285750">
              <a:buFont typeface="Calibri"/>
              <a:buChar char="-"/>
            </a:pPr>
            <a:r>
              <a:rPr lang="en-US" sz="2800"/>
              <a:t>Mold made out of 100% recycled </a:t>
            </a:r>
            <a:r>
              <a:rPr lang="en-US" sz="2800" err="1"/>
              <a:t>aluminium</a:t>
            </a:r>
            <a:endParaRPr lang="en-US" sz="2800"/>
          </a:p>
          <a:p>
            <a:pPr marL="285750" indent="-285750">
              <a:buFont typeface="Calibri"/>
              <a:buChar char="-"/>
            </a:pPr>
            <a:r>
              <a:rPr lang="en-US" sz="2800"/>
              <a:t>Frame sold separately, not assembled in factory</a:t>
            </a:r>
          </a:p>
          <a:p>
            <a:pPr marL="285750" indent="-285750">
              <a:buFont typeface="Calibri"/>
              <a:buChar char="-"/>
            </a:pPr>
            <a:r>
              <a:rPr lang="en-US" sz="2800">
                <a:ea typeface="+mn-lt"/>
                <a:cs typeface="+mn-lt"/>
              </a:rPr>
              <a:t>Calculated with manufacturing losses (prepreg cutting, postprocessing, painting)</a:t>
            </a:r>
            <a:endParaRPr lang="en-US" sz="2800"/>
          </a:p>
          <a:p>
            <a:pPr marL="285750" indent="-285750">
              <a:buFont typeface="Calibri"/>
              <a:buChar char="-"/>
            </a:pPr>
            <a:r>
              <a:rPr lang="en-US" sz="2800"/>
              <a:t>Transport by rail and ferry, same as before</a:t>
            </a:r>
          </a:p>
          <a:p>
            <a:pPr marL="285750" indent="-285750">
              <a:buFont typeface="Calibri"/>
              <a:buChar char="-"/>
            </a:pPr>
            <a:r>
              <a:rPr lang="en-US" sz="2800">
                <a:ea typeface="+mn-lt"/>
                <a:cs typeface="+mn-lt"/>
              </a:rPr>
              <a:t>Production locations based on real suppliers</a:t>
            </a:r>
            <a:endParaRPr lang="en-US" sz="2800" err="1"/>
          </a:p>
          <a:p>
            <a:pPr marL="285750" indent="-285750">
              <a:buFont typeface="Calibri"/>
              <a:buChar char="-"/>
            </a:pPr>
            <a:endParaRPr lang="en-US" sz="28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0B90DC-4FF0-AA80-02F2-AF66319EC079}"/>
              </a:ext>
            </a:extLst>
          </p:cNvPr>
          <p:cNvSpPr txBox="1"/>
          <p:nvPr/>
        </p:nvSpPr>
        <p:spPr>
          <a:xfrm>
            <a:off x="9883419" y="0"/>
            <a:ext cx="2308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Lazy Caffeine Addicts</a:t>
            </a:r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07CB30B-DEEE-27D2-5EBB-1BF3F3FE1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503830"/>
              </p:ext>
            </p:extLst>
          </p:nvPr>
        </p:nvGraphicFramePr>
        <p:xfrm>
          <a:off x="0" y="3931477"/>
          <a:ext cx="4322168" cy="2914400"/>
        </p:xfrm>
        <a:graphic>
          <a:graphicData uri="http://schemas.openxmlformats.org/drawingml/2006/table">
            <a:tbl>
              <a:tblPr/>
              <a:tblGrid>
                <a:gridCol w="2887265">
                  <a:extLst>
                    <a:ext uri="{9D8B030D-6E8A-4147-A177-3AD203B41FA5}">
                      <a16:colId xmlns:a16="http://schemas.microsoft.com/office/drawing/2014/main" val="1030067589"/>
                    </a:ext>
                  </a:extLst>
                </a:gridCol>
                <a:gridCol w="1434903">
                  <a:extLst>
                    <a:ext uri="{9D8B030D-6E8A-4147-A177-3AD203B41FA5}">
                      <a16:colId xmlns:a16="http://schemas.microsoft.com/office/drawing/2014/main" val="3683993739"/>
                    </a:ext>
                  </a:extLst>
                </a:gridCol>
              </a:tblGrid>
              <a:tr h="199901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Process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67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Location</a:t>
                      </a:r>
                      <a:endParaRPr lang="en-US"/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6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965681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Resin, Fiber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Japan</a:t>
                      </a:r>
                      <a:endParaRPr lang="en-US"/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235599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Prepreg production</a:t>
                      </a:r>
                      <a:endParaRPr lang="en-US"/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Japan</a:t>
                      </a:r>
                      <a:endParaRPr lang="en-US"/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2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763330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Paint</a:t>
                      </a:r>
                      <a:endParaRPr lang="en-US"/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kern="1200">
                          <a:solidFill>
                            <a:srgbClr val="000000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China</a:t>
                      </a:r>
                      <a:endParaRPr lang="en-US"/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185237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Recycled 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Aluminium</a:t>
                      </a:r>
                      <a:endParaRPr lang="en-US" err="1"/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China</a:t>
                      </a:r>
                      <a:endParaRPr lang="en-US"/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291175"/>
                  </a:ext>
                </a:extLst>
              </a:tr>
              <a:tr h="199901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Frame production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kern="1200">
                          <a:solidFill>
                            <a:srgbClr val="000000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Taiwan</a:t>
                      </a:r>
                      <a:endParaRPr lang="en-US"/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900673"/>
                  </a:ext>
                </a:extLst>
              </a:tr>
              <a:tr h="296406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Postprocessing, painting</a:t>
                      </a:r>
                      <a:endParaRPr lang="en-US"/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b="0" i="0">
                          <a:solidFill>
                            <a:srgbClr val="000000"/>
                          </a:solidFill>
                          <a:effectLst/>
                        </a:rPr>
                        <a:t>Taiwan</a:t>
                      </a:r>
                      <a:endParaRPr lang="en-US"/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465032"/>
                  </a:ext>
                </a:extLst>
              </a:tr>
              <a:tr h="261940">
                <a:tc>
                  <a:txBody>
                    <a:bodyPr/>
                    <a:lstStyle/>
                    <a:p>
                      <a:pPr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Warehouse</a:t>
                      </a:r>
                      <a:endParaRPr lang="en-US"/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D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kern="1200">
                          <a:solidFill>
                            <a:srgbClr val="000000"/>
                          </a:solidFill>
                          <a:effectLst/>
                          <a:latin typeface="Aptos"/>
                          <a:ea typeface="+mn-ea"/>
                          <a:cs typeface="+mn-cs"/>
                        </a:rPr>
                        <a:t>Netherlands</a:t>
                      </a:r>
                      <a:endParaRPr lang="en-US"/>
                    </a:p>
                  </a:txBody>
                  <a:tcPr anchor="ctr">
                    <a:lnL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D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049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3280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5FF99F-3A22-9EA6-8637-63F2CADCE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7070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6ACEE8-1D0B-0C98-9967-52AA1B451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07082"/>
          </a:xfrm>
        </p:spPr>
        <p:txBody>
          <a:bodyPr/>
          <a:lstStyle/>
          <a:p>
            <a:r>
              <a:rPr lang="en-GB" b="1">
                <a:solidFill>
                  <a:schemeClr val="bg1"/>
                </a:solidFill>
              </a:rPr>
              <a:t>Next Steps to Finish the Report?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5EE7138B-D625-7FE3-6C52-746D69929D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4141470"/>
              </p:ext>
            </p:extLst>
          </p:nvPr>
        </p:nvGraphicFramePr>
        <p:xfrm>
          <a:off x="500448" y="1389018"/>
          <a:ext cx="11394989" cy="4706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C6BBBFE-00E9-1E5E-ACFC-EB693EF2BDD7}"/>
              </a:ext>
            </a:extLst>
          </p:cNvPr>
          <p:cNvSpPr txBox="1"/>
          <p:nvPr/>
        </p:nvSpPr>
        <p:spPr>
          <a:xfrm>
            <a:off x="9883419" y="0"/>
            <a:ext cx="2308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Lazy Caffeine Addicts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534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Application>Microsoft Office PowerPoint</Application>
  <PresentationFormat>Widescreen</PresentationFormat>
  <Slides>5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Comparative Life Cycle Assessment of Aluminium and Carbon Fiber Bike Frames</vt:lpstr>
      <vt:lpstr>Background and Methodology </vt:lpstr>
      <vt:lpstr>LCA of Aluminium Bike Frame</vt:lpstr>
      <vt:lpstr>LCA of Carbon Fiber</vt:lpstr>
      <vt:lpstr>Next Steps to Finish the Report?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2024-11-26T10:20:13Z</dcterms:created>
  <dcterms:modified xsi:type="dcterms:W3CDTF">2024-11-28T08:50:36Z</dcterms:modified>
</cp:coreProperties>
</file>